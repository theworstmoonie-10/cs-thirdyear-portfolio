
<file path=[Content_Types].xml><?xml version="1.0" encoding="utf-8"?>
<Types xmlns="http://schemas.openxmlformats.org/package/2006/content-types">
  <Default Extension="jpg" ContentType="image/jpeg"/>
  <Default Extension="png" ContentType="image/png"/>
  <Default Extension="rels" ContentType="application/vnd.openxmlformats-package.relationships+xml"/>
  <Default Extension="xml" ContentType="application/xml"/>
  <Override PartName="/ppt/presentation.xml" ContentType="application/vnd.openxmlformats-officedocument.presentationml.presentation.main+xml"/>
  <Override PartName="/ppt/slideMasters/slideMaster1.xml" ContentType="application/vnd.openxmlformats-officedocument.presentationml.slideMaster+xml"/>
  <Override PartName="/ppt/slides/slide1.xml" ContentType="application/vnd.openxmlformats-officedocument.presentationml.slide+xml"/>
  <Override PartName="/ppt/slides/slide2.xml" ContentType="application/vnd.openxmlformats-officedocument.presentationml.slide+xml"/>
  <Override PartName="/ppt/slides/slide3.xml" ContentType="application/vnd.openxmlformats-officedocument.presentationml.slide+xml"/>
  <Override PartName="/ppt/slides/slide4.xml" ContentType="application/vnd.openxmlformats-officedocument.presentationml.slide+xml"/>
  <Override PartName="/ppt/slides/slide5.xml" ContentType="application/vnd.openxmlformats-officedocument.presentationml.slide+xml"/>
  <Override PartName="/ppt/slides/slide6.xml" ContentType="application/vnd.openxmlformats-officedocument.presentationml.slide+xml"/>
  <Override PartName="/ppt/slides/slide7.xml" ContentType="application/vnd.openxmlformats-officedocument.presentationml.slide+xml"/>
  <Override PartName="/ppt/slides/slide8.xml" ContentType="application/vnd.openxmlformats-officedocument.presentationml.slide+xml"/>
  <Override PartName="/ppt/slides/slide9.xml" ContentType="application/vnd.openxmlformats-officedocument.presentationml.slide+xml"/>
  <Override PartName="/ppt/slides/slide10.xml" ContentType="application/vnd.openxmlformats-officedocument.presentationml.slide+xml"/>
  <Override PartName="/ppt/slides/slide11.xml" ContentType="application/vnd.openxmlformats-officedocument.presentationml.slide+xml"/>
  <Override PartName="/ppt/slides/slide12.xml" ContentType="application/vnd.openxmlformats-officedocument.presentationml.slide+xml"/>
  <Override PartName="/ppt/slides/slide13.xml" ContentType="application/vnd.openxmlformats-officedocument.presentationml.slide+xml"/>
  <Override PartName="/ppt/slides/slide14.xml" ContentType="application/vnd.openxmlformats-officedocument.presentationml.slide+xml"/>
  <Override PartName="/ppt/slides/slide15.xml" ContentType="application/vnd.openxmlformats-officedocument.presentationml.slide+xml"/>
  <Override PartName="/ppt/slides/slide16.xml" ContentType="application/vnd.openxmlformats-officedocument.presentationml.slide+xml"/>
  <Override PartName="/ppt/slides/slide17.xml" ContentType="application/vnd.openxmlformats-officedocument.presentationml.slide+xml"/>
  <Override PartName="/ppt/slides/slide18.xml" ContentType="application/vnd.openxmlformats-officedocument.presentationml.slide+xml"/>
  <Override PartName="/ppt/slides/slide19.xml" ContentType="application/vnd.openxmlformats-officedocument.presentationml.slide+xml"/>
  <Override PartName="/ppt/slides/slide20.xml" ContentType="application/vnd.openxmlformats-officedocument.presentationml.slide+xml"/>
  <Override PartName="/ppt/slides/slide21.xml" ContentType="application/vnd.openxmlformats-officedocument.presentationml.slide+xml"/>
  <Override PartName="/ppt/slides/slide22.xml" ContentType="application/vnd.openxmlformats-officedocument.presentationml.slide+xml"/>
  <Override PartName="/ppt/slides/slide23.xml" ContentType="application/vnd.openxmlformats-officedocument.presentationml.slide+xml"/>
  <Override PartName="/ppt/slides/slide24.xml" ContentType="application/vnd.openxmlformats-officedocument.presentationml.slide+xml"/>
  <Override PartName="/ppt/slides/slide25.xml" ContentType="application/vnd.openxmlformats-officedocument.presentationml.slide+xml"/>
  <Override PartName="/ppt/slides/slide26.xml" ContentType="application/vnd.openxmlformats-officedocument.presentationml.slide+xml"/>
  <Override PartName="/ppt/slides/slide27.xml" ContentType="application/vnd.openxmlformats-officedocument.presentationml.slide+xml"/>
  <Override PartName="/ppt/slides/slide28.xml" ContentType="application/vnd.openxmlformats-officedocument.presentationml.slide+xml"/>
  <Override PartName="/ppt/slides/slide29.xml" ContentType="application/vnd.openxmlformats-officedocument.presentationml.slide+xml"/>
  <Override PartName="/ppt/slides/slide30.xml" ContentType="application/vnd.openxmlformats-officedocument.presentationml.slide+xml"/>
  <Override PartName="/ppt/slides/slide31.xml" ContentType="application/vnd.openxmlformats-officedocument.presentationml.slide+xml"/>
  <Override PartName="/ppt/slides/slide32.xml" ContentType="application/vnd.openxmlformats-officedocument.presentationml.slide+xml"/>
  <Override PartName="/ppt/slides/slide33.xml" ContentType="application/vnd.openxmlformats-officedocument.presentationml.slide+xml"/>
  <Override PartName="/ppt/slides/slide34.xml" ContentType="application/vnd.openxmlformats-officedocument.presentationml.slide+xml"/>
  <Override PartName="/ppt/slides/slide35.xml" ContentType="application/vnd.openxmlformats-officedocument.presentationml.slide+xml"/>
  <Override PartName="/ppt/slides/slide36.xml" ContentType="application/vnd.openxmlformats-officedocument.presentationml.slide+xml"/>
  <Override PartName="/ppt/slides/slide37.xml" ContentType="application/vnd.openxmlformats-officedocument.presentationml.slide+xml"/>
  <Override PartName="/ppt/slides/slide38.xml" ContentType="application/vnd.openxmlformats-officedocument.presentationml.slide+xml"/>
  <Override PartName="/ppt/notesMasters/notesMaster1.xml" ContentType="application/vnd.openxmlformats-officedocument.presentationml.notesMaster+xml"/>
  <Override PartName="/ppt/presProps.xml" ContentType="application/vnd.openxmlformats-officedocument.presentationml.presProps+xml"/>
  <Override PartName="/ppt/viewProps.xml" ContentType="application/vnd.openxmlformats-officedocument.presentationml.viewProps+xml"/>
  <Override PartName="/ppt/theme/theme1.xml" ContentType="application/vnd.openxmlformats-officedocument.theme+xml"/>
  <Override PartName="/ppt/tableStyles.xml" ContentType="application/vnd.openxmlformats-officedocument.presentationml.tableStyles+xml"/>
  <Override PartName="/ppt/slideLayouts/slideLayout1.xml" ContentType="application/vnd.openxmlformats-officedocument.presentationml.slideLayout+xml"/>
  <Override PartName="/ppt/slideLayouts/slideLayout2.xml" ContentType="application/vnd.openxmlformats-officedocument.presentationml.slideLayout+xml"/>
  <Override PartName="/ppt/slideLayouts/slideLayout3.xml" ContentType="application/vnd.openxmlformats-officedocument.presentationml.slideLayout+xml"/>
  <Override PartName="/ppt/slideLayouts/slideLayout4.xml" ContentType="application/vnd.openxmlformats-officedocument.presentationml.slideLayout+xml"/>
  <Override PartName="/ppt/slideLayouts/slideLayout5.xml" ContentType="application/vnd.openxmlformats-officedocument.presentationml.slideLayout+xml"/>
  <Override PartName="/ppt/slideLayouts/slideLayout6.xml" ContentType="application/vnd.openxmlformats-officedocument.presentationml.slideLayout+xml"/>
  <Override PartName="/ppt/slideLayouts/slideLayout7.xml" ContentType="application/vnd.openxmlformats-officedocument.presentationml.slideLayout+xml"/>
  <Override PartName="/ppt/slideLayouts/slideLayout8.xml" ContentType="application/vnd.openxmlformats-officedocument.presentationml.slideLayout+xml"/>
  <Override PartName="/ppt/slideLayouts/slideLayout9.xml" ContentType="application/vnd.openxmlformats-officedocument.presentationml.slideLayout+xml"/>
  <Override PartName="/ppt/slideLayouts/slideLayout10.xml" ContentType="application/vnd.openxmlformats-officedocument.presentationml.slideLayout+xml"/>
  <Override PartName="/ppt/slideLayouts/slideLayout11.xml" ContentType="application/vnd.openxmlformats-officedocument.presentationml.slideLayout+xml"/>
  <Override PartName="/ppt/theme/theme2.xml" ContentType="application/vnd.openxmlformats-officedocument.theme+xml"/>
  <Override PartName="/ppt/notesSlides/notesSlide1.xml" ContentType="application/vnd.openxmlformats-officedocument.presentationml.notesSlide+xml"/>
  <Override PartName="/ppt/notesSlides/notesSlide2.xml" ContentType="application/vnd.openxmlformats-officedocument.presentationml.notesSlide+xml"/>
  <Override PartName="/ppt/notesSlides/notesSlide3.xml" ContentType="application/vnd.openxmlformats-officedocument.presentationml.notesSlide+xml"/>
  <Override PartName="/ppt/notesSlides/notesSlide4.xml" ContentType="application/vnd.openxmlformats-officedocument.presentationml.notesSlide+xml"/>
  <Override PartName="/ppt/notesSlides/notesSlide5.xml" ContentType="application/vnd.openxmlformats-officedocument.presentationml.notesSlide+xml"/>
  <Override PartName="/ppt/notesSlides/notesSlide6.xml" ContentType="application/vnd.openxmlformats-officedocument.presentationml.notesSlide+xml"/>
  <Override PartName="/ppt/notesSlides/notesSlide7.xml" ContentType="application/vnd.openxmlformats-officedocument.presentationml.notesSlide+xml"/>
  <Override PartName="/ppt/notesSlides/notesSlide8.xml" ContentType="application/vnd.openxmlformats-officedocument.presentationml.notesSlide+xml"/>
  <Override PartName="/ppt/notesSlides/notesSlide9.xml" ContentType="application/vnd.openxmlformats-officedocument.presentationml.notesSlide+xml"/>
  <Override PartName="/ppt/notesSlides/notesSlide10.xml" ContentType="application/vnd.openxmlformats-officedocument.presentationml.notesSlide+xml"/>
  <Override PartName="/ppt/notesSlides/notesSlide11.xml" ContentType="application/vnd.openxmlformats-officedocument.presentationml.notesSlide+xml"/>
  <Override PartName="/ppt/notesSlides/notesSlide12.xml" ContentType="application/vnd.openxmlformats-officedocument.presentationml.notesSlide+xml"/>
  <Override PartName="/ppt/notesSlides/notesSlide13.xml" ContentType="application/vnd.openxmlformats-officedocument.presentationml.notesSlide+xml"/>
  <Override PartName="/ppt/notesSlides/notesSlide14.xml" ContentType="application/vnd.openxmlformats-officedocument.presentationml.notesSlide+xml"/>
  <Override PartName="/ppt/notesSlides/notesSlide15.xml" ContentType="application/vnd.openxmlformats-officedocument.presentationml.notesSlide+xml"/>
  <Override PartName="/ppt/notesSlides/notesSlide16.xml" ContentType="application/vnd.openxmlformats-officedocument.presentationml.notesSlide+xml"/>
  <Override PartName="/ppt/notesSlides/notesSlide17.xml" ContentType="application/vnd.openxmlformats-officedocument.presentationml.notesSlide+xml"/>
  <Override PartName="/ppt/notesSlides/notesSlide18.xml" ContentType="application/vnd.openxmlformats-officedocument.presentationml.notesSlide+xml"/>
  <Override PartName="/ppt/notesSlides/notesSlide19.xml" ContentType="application/vnd.openxmlformats-officedocument.presentationml.notesSlide+xml"/>
  <Override PartName="/ppt/notesSlides/notesSlide20.xml" ContentType="application/vnd.openxmlformats-officedocument.presentationml.notesSlide+xml"/>
  <Override PartName="/ppt/notesSlides/notesSlide21.xml" ContentType="application/vnd.openxmlformats-officedocument.presentationml.notesSlide+xml"/>
  <Override PartName="/ppt/notesSlides/notesSlide22.xml" ContentType="application/vnd.openxmlformats-officedocument.presentationml.notesSlide+xml"/>
  <Override PartName="/ppt/notesSlides/notesSlide23.xml" ContentType="application/vnd.openxmlformats-officedocument.presentationml.notesSlide+xml"/>
  <Override PartName="/ppt/notesSlides/notesSlide24.xml" ContentType="application/vnd.openxmlformats-officedocument.presentationml.notesSlide+xml"/>
  <Override PartName="/ppt/notesSlides/notesSlide25.xml" ContentType="application/vnd.openxmlformats-officedocument.presentationml.notesSlide+xml"/>
  <Override PartName="/ppt/notesSlides/notesSlide26.xml" ContentType="application/vnd.openxmlformats-officedocument.presentationml.notesSlide+xml"/>
  <Override PartName="/ppt/notesSlides/notesSlide27.xml" ContentType="application/vnd.openxmlformats-officedocument.presentationml.notesSlide+xml"/>
  <Override PartName="/ppt/notesSlides/notesSlide28.xml" ContentType="application/vnd.openxmlformats-officedocument.presentationml.notesSlide+xml"/>
  <Override PartName="/ppt/notesSlides/notesSlide29.xml" ContentType="application/vnd.openxmlformats-officedocument.presentationml.notesSlide+xml"/>
  <Override PartName="/ppt/notesSlides/notesSlide30.xml" ContentType="application/vnd.openxmlformats-officedocument.presentationml.notesSlide+xml"/>
  <Override PartName="/ppt/notesSlides/notesSlide31.xml" ContentType="application/vnd.openxmlformats-officedocument.presentationml.notesSlide+xml"/>
  <Override PartName="/ppt/notesSlides/notesSlide32.xml" ContentType="application/vnd.openxmlformats-officedocument.presentationml.notesSlide+xml"/>
  <Override PartName="/ppt/notesSlides/notesSlide33.xml" ContentType="application/vnd.openxmlformats-officedocument.presentationml.notesSlide+xml"/>
  <Override PartName="/ppt/notesSlides/notesSlide34.xml" ContentType="application/vnd.openxmlformats-officedocument.presentationml.notesSlide+xml"/>
  <Override PartName="/ppt/notesSlides/notesSlide35.xml" ContentType="application/vnd.openxmlformats-officedocument.presentationml.notesSlide+xml"/>
  <Override PartName="/ppt/notesSlides/notesSlide36.xml" ContentType="application/vnd.openxmlformats-officedocument.presentationml.notesSlide+xml"/>
  <Override PartName="/ppt/notesSlides/notesSlide37.xml" ContentType="application/vnd.openxmlformats-officedocument.presentationml.notesSlide+xml"/>
  <Override PartName="/ppt/notesSlides/notesSlide38.xml" ContentType="application/vnd.openxmlformats-officedocument.presentationml.notesSlide+xml"/>
  <Override PartName="/docProps/core.xml" ContentType="application/vnd.openxmlformats-package.core-properties+xml"/>
  <Override PartName="/docProps/app.xml" ContentType="application/vnd.openxmlformats-officedocument.extended-properties+xml"/>
  <Override PartName="/docProps/custom.xml" ContentType="application/vnd.openxmlformats-officedocument.custom-properties+xml"/>
  <Override PartName="/ppt/metadata" ContentType="application/binary"/>
</Types>
</file>

<file path=_rels/.rels><?xml version="1.0" encoding="UTF-8" standalone="yes"?>
<Relationships xmlns="http://schemas.openxmlformats.org/package/2006/relationships"><Relationship Id="rId3" Type="http://schemas.openxmlformats.org/officeDocument/2006/relationships/extended-properties" Target="docProps/app.xml"/><Relationship Id="rId2" Type="http://schemas.openxmlformats.org/package/2006/relationships/metadata/core-properties" Target="docProps/core.xml"/><Relationship Id="rId1" Type="http://schemas.openxmlformats.org/officeDocument/2006/relationships/officeDocument" Target="ppt/presentation.xml"/><Relationship Id="rId4" Type="http://schemas.openxmlformats.org/officeDocument/2006/relationships/custom-properties" Target="docProps/custom.xml"/></Relationships>
</file>

<file path=ppt/presentation.xml><?xml version="1.0" encoding="utf-8"?>
<p:presentation xmlns:a="http://schemas.openxmlformats.org/drawingml/2006/main" xmlns:r="http://schemas.openxmlformats.org/officeDocument/2006/relationships" xmlns:p="http://schemas.openxmlformats.org/presentationml/2006/main" strictFirstAndLastChars="0" saveSubsetFonts="1" autoCompressPictures="0">
  <p:sldMasterIdLst>
    <p:sldMasterId id="2147483648" r:id="rId1"/>
  </p:sldMasterIdLst>
  <p:notesMasterIdLst>
    <p:notesMasterId r:id="rId40"/>
  </p:notesMasterIdLst>
  <p:sldIdLst>
    <p:sldId id="256" r:id="rId2"/>
    <p:sldId id="257" r:id="rId3"/>
    <p:sldId id="258" r:id="rId4"/>
    <p:sldId id="259" r:id="rId5"/>
    <p:sldId id="260" r:id="rId6"/>
    <p:sldId id="261" r:id="rId7"/>
    <p:sldId id="262" r:id="rId8"/>
    <p:sldId id="263" r:id="rId9"/>
    <p:sldId id="264" r:id="rId10"/>
    <p:sldId id="265" r:id="rId11"/>
    <p:sldId id="266" r:id="rId12"/>
    <p:sldId id="267" r:id="rId13"/>
    <p:sldId id="268" r:id="rId14"/>
    <p:sldId id="269" r:id="rId15"/>
    <p:sldId id="270" r:id="rId16"/>
    <p:sldId id="271" r:id="rId17"/>
    <p:sldId id="272" r:id="rId18"/>
    <p:sldId id="273" r:id="rId19"/>
    <p:sldId id="274" r:id="rId20"/>
    <p:sldId id="275" r:id="rId21"/>
    <p:sldId id="276" r:id="rId22"/>
    <p:sldId id="277" r:id="rId23"/>
    <p:sldId id="278" r:id="rId24"/>
    <p:sldId id="279" r:id="rId25"/>
    <p:sldId id="280" r:id="rId26"/>
    <p:sldId id="281" r:id="rId27"/>
    <p:sldId id="282" r:id="rId28"/>
    <p:sldId id="283" r:id="rId29"/>
    <p:sldId id="284" r:id="rId30"/>
    <p:sldId id="285" r:id="rId31"/>
    <p:sldId id="286" r:id="rId32"/>
    <p:sldId id="287" r:id="rId33"/>
    <p:sldId id="288" r:id="rId34"/>
    <p:sldId id="289" r:id="rId35"/>
    <p:sldId id="290" r:id="rId36"/>
    <p:sldId id="291" r:id="rId37"/>
    <p:sldId id="292" r:id="rId38"/>
    <p:sldId id="293" r:id="rId39"/>
  </p:sldIdLst>
  <p:sldSz cx="12192000" cy="6858000"/>
  <p:notesSz cx="6858000" cy="9144000"/>
  <p:defaultTextStyle>
    <a:defPPr marR="0" lvl="0" algn="l" rtl="0">
      <a:lnSpc>
        <a:spcPct val="100000"/>
      </a:lnSpc>
      <a:spcBef>
        <a:spcPts val="0"/>
      </a:spcBef>
      <a:spcAft>
        <a:spcPts val="0"/>
      </a:spcAft>
    </a:defPPr>
    <a:lvl1pPr marR="0" lvl="0"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1pPr>
    <a:lvl2pPr marR="0" lvl="1"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2pPr>
    <a:lvl3pPr marR="0" lvl="2"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3pPr>
    <a:lvl4pPr marR="0" lvl="3"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4pPr>
    <a:lvl5pPr marR="0" lvl="4"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5pPr>
    <a:lvl6pPr marR="0" lvl="5"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6pPr>
    <a:lvl7pPr marR="0" lvl="6"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7pPr>
    <a:lvl8pPr marR="0" lvl="7"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8pPr>
    <a:lvl9pPr marR="0" lvl="8"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9pPr>
  </p:defaultTextStyle>
  <p:extLst>
    <p:ext uri="GoogleSlidesCustomDataVersion2">
      <go:slidesCustomData xmlns:go="http://customooxmlschemas.google.com/" xmlns:ahyp="http://schemas.microsoft.com/office/drawing/2018/hyperlinkcolor" xmlns:p15="http://schemas.microsoft.com/office/powerpoint/2012/main" xmlns:p14="http://schemas.microsoft.com/office/powerpoint/2010/main" xmlns:com="http://schemas.openxmlformats.org/drawingml/2006/compatibility" xmlns:pvml="urn:schemas-microsoft-com:office:powerpoint" xmlns:v="urn:schemas-microsoft-com:vml" xmlns:o="urn:schemas-microsoft-com:office:office" xmlns:dgm="http://schemas.openxmlformats.org/drawingml/2006/diagram" xmlns:c="http://schemas.openxmlformats.org/drawingml/2006/chart" xmlns:mv="urn:schemas-microsoft-com:mac:vml" xmlns:mc="http://schemas.openxmlformats.org/markup-compatibility/2006" xmlns="" r:id="rId43" roundtripDataSignature="AMtx7mgqp14WNP2azLaICAZ/aLa5dnINmQ=="/>
    </p:ext>
  </p:extLst>
</p:presentation>
</file>

<file path=ppt/presProps.xml><?xml version="1.0" encoding="utf-8"?>
<p:presentationPr xmlns:a="http://schemas.openxmlformats.org/drawingml/2006/main" xmlns:r="http://schemas.openxmlformats.org/officeDocument/2006/relationships" xmlns:p="http://schemas.openxmlformats.org/presentationml/2006/main">
  <p:showPr showNarration="1">
    <p:present/>
    <p:sldAll/>
    <p:penClr>
      <a:prstClr val="red"/>
    </p:penClr>
    <p:extLst>
      <p:ext uri="{EC167BDD-8182-4AB7-AECC-EB403E3ABB37}">
        <p14:laserClr xmlns:p14="http://schemas.microsoft.com/office/powerpoint/2010/main">
          <a:srgbClr val="FF0000"/>
        </p14:laserClr>
      </p:ext>
      <p:ext uri="{2FDB2607-1784-4EEB-B798-7EB5836EED8A}">
        <p14:showMediaCtrls xmlns:p14="http://schemas.microsoft.com/office/powerpoint/2010/main" val="1"/>
      </p:ext>
    </p:extLst>
  </p:showPr>
  <p:extLst>
    <p:ext uri="{E76CE94A-603C-4142-B9EB-6D1370010A27}">
      <p14:discardImageEditData xmlns:p14="http://schemas.microsoft.com/office/powerpoint/2010/main" val="0"/>
    </p:ext>
    <p:ext uri="{D31A062A-798A-4329-ABDD-BBA856620510}">
      <p14:defaultImageDpi xmlns:p14="http://schemas.microsoft.com/office/powerpoint/2010/main" val="220"/>
    </p:ext>
    <p:ext uri="{FD5EFAAD-0ECE-453E-9831-46B23BE46B34}">
      <p15:chartTrackingRefBased xmlns:p15="http://schemas.microsoft.com/office/powerpoint/2012/main" val="0"/>
    </p:ext>
  </p:extLst>
</p:presentationPr>
</file>

<file path=ppt/tableStyles.xml><?xml version="1.0" encoding="utf-8"?>
<a:tblStyleLst xmlns:a="http://schemas.openxmlformats.org/drawingml/2006/main" def="{5C22544A-7EE6-4342-B048-85BDC9FD1C3A}"/>
</file>

<file path=ppt/viewProps.xml><?xml version="1.0" encoding="utf-8"?>
<p:viewPr xmlns:a="http://schemas.openxmlformats.org/drawingml/2006/main" xmlns:r="http://schemas.openxmlformats.org/officeDocument/2006/relationships" xmlns:p="http://schemas.openxmlformats.org/presentationml/2006/main">
  <p:normalViewPr>
    <p:restoredLeft sz="15620"/>
    <p:restoredTop sz="94660"/>
  </p:normalViewPr>
  <p:slideViewPr>
    <p:cSldViewPr snapToGrid="0">
      <p:cViewPr varScale="1">
        <p:scale>
          <a:sx n="68" d="100"/>
          <a:sy n="68" d="100"/>
        </p:scale>
        <p:origin x="792" y="48"/>
      </p:cViewPr>
      <p:guideLst/>
    </p:cSldViewPr>
  </p:slideViewPr>
  <p:notesTextViewPr>
    <p:cViewPr>
      <p:scale>
        <a:sx n="1" d="1"/>
        <a:sy n="1" d="1"/>
      </p:scale>
      <p:origin x="0" y="0"/>
    </p:cViewPr>
  </p:notesTextViewPr>
  <p:gridSpacing cx="72008" cy="72008"/>
</p:viewPr>
</file>

<file path=ppt/_rels/presentation.xml.rels><?xml version="1.0" encoding="UTF-8" standalone="yes"?>
<Relationships xmlns="http://schemas.openxmlformats.org/package/2006/relationships"><Relationship Id="rId8" Type="http://schemas.openxmlformats.org/officeDocument/2006/relationships/slide" Target="slides/slide7.xml"/><Relationship Id="rId13" Type="http://schemas.openxmlformats.org/officeDocument/2006/relationships/slide" Target="slides/slide12.xml"/><Relationship Id="rId18" Type="http://schemas.openxmlformats.org/officeDocument/2006/relationships/slide" Target="slides/slide17.xml"/><Relationship Id="rId26" Type="http://schemas.openxmlformats.org/officeDocument/2006/relationships/slide" Target="slides/slide25.xml"/><Relationship Id="rId39" Type="http://schemas.openxmlformats.org/officeDocument/2006/relationships/slide" Target="slides/slide38.xml"/><Relationship Id="rId3" Type="http://schemas.openxmlformats.org/officeDocument/2006/relationships/slide" Target="slides/slide2.xml"/><Relationship Id="rId21" Type="http://schemas.openxmlformats.org/officeDocument/2006/relationships/slide" Target="slides/slide20.xml"/><Relationship Id="rId34" Type="http://schemas.openxmlformats.org/officeDocument/2006/relationships/slide" Target="slides/slide33.xml"/><Relationship Id="rId47" Type="http://schemas.openxmlformats.org/officeDocument/2006/relationships/tableStyles" Target="tableStyles.xml"/><Relationship Id="rId7" Type="http://schemas.openxmlformats.org/officeDocument/2006/relationships/slide" Target="slides/slide6.xml"/><Relationship Id="rId12" Type="http://schemas.openxmlformats.org/officeDocument/2006/relationships/slide" Target="slides/slide11.xml"/><Relationship Id="rId17" Type="http://schemas.openxmlformats.org/officeDocument/2006/relationships/slide" Target="slides/slide16.xml"/><Relationship Id="rId25" Type="http://schemas.openxmlformats.org/officeDocument/2006/relationships/slide" Target="slides/slide24.xml"/><Relationship Id="rId33" Type="http://schemas.openxmlformats.org/officeDocument/2006/relationships/slide" Target="slides/slide32.xml"/><Relationship Id="rId38" Type="http://schemas.openxmlformats.org/officeDocument/2006/relationships/slide" Target="slides/slide37.xml"/><Relationship Id="rId46" Type="http://schemas.openxmlformats.org/officeDocument/2006/relationships/theme" Target="theme/theme1.xml"/><Relationship Id="rId2" Type="http://schemas.openxmlformats.org/officeDocument/2006/relationships/slide" Target="slides/slide1.xml"/><Relationship Id="rId16" Type="http://schemas.openxmlformats.org/officeDocument/2006/relationships/slide" Target="slides/slide15.xml"/><Relationship Id="rId20" Type="http://schemas.openxmlformats.org/officeDocument/2006/relationships/slide" Target="slides/slide19.xml"/><Relationship Id="rId29" Type="http://schemas.openxmlformats.org/officeDocument/2006/relationships/slide" Target="slides/slide28.xml"/><Relationship Id="rId1" Type="http://schemas.openxmlformats.org/officeDocument/2006/relationships/slideMaster" Target="slideMasters/slideMaster1.xml"/><Relationship Id="rId6" Type="http://schemas.openxmlformats.org/officeDocument/2006/relationships/slide" Target="slides/slide5.xml"/><Relationship Id="rId11" Type="http://schemas.openxmlformats.org/officeDocument/2006/relationships/slide" Target="slides/slide10.xml"/><Relationship Id="rId24" Type="http://schemas.openxmlformats.org/officeDocument/2006/relationships/slide" Target="slides/slide23.xml"/><Relationship Id="rId32" Type="http://schemas.openxmlformats.org/officeDocument/2006/relationships/slide" Target="slides/slide31.xml"/><Relationship Id="rId37" Type="http://schemas.openxmlformats.org/officeDocument/2006/relationships/slide" Target="slides/slide36.xml"/><Relationship Id="rId40" Type="http://schemas.openxmlformats.org/officeDocument/2006/relationships/notesMaster" Target="notesMasters/notesMaster1.xml"/><Relationship Id="rId45" Type="http://schemas.openxmlformats.org/officeDocument/2006/relationships/viewProps" Target="viewProps.xml"/><Relationship Id="rId5" Type="http://schemas.openxmlformats.org/officeDocument/2006/relationships/slide" Target="slides/slide4.xml"/><Relationship Id="rId15" Type="http://schemas.openxmlformats.org/officeDocument/2006/relationships/slide" Target="slides/slide14.xml"/><Relationship Id="rId23" Type="http://schemas.openxmlformats.org/officeDocument/2006/relationships/slide" Target="slides/slide22.xml"/><Relationship Id="rId28" Type="http://schemas.openxmlformats.org/officeDocument/2006/relationships/slide" Target="slides/slide27.xml"/><Relationship Id="rId36" Type="http://schemas.openxmlformats.org/officeDocument/2006/relationships/slide" Target="slides/slide35.xml"/><Relationship Id="rId10" Type="http://schemas.openxmlformats.org/officeDocument/2006/relationships/slide" Target="slides/slide9.xml"/><Relationship Id="rId19" Type="http://schemas.openxmlformats.org/officeDocument/2006/relationships/slide" Target="slides/slide18.xml"/><Relationship Id="rId31" Type="http://schemas.openxmlformats.org/officeDocument/2006/relationships/slide" Target="slides/slide30.xml"/><Relationship Id="rId44" Type="http://schemas.openxmlformats.org/officeDocument/2006/relationships/presProps" Target="presProps.xml"/><Relationship Id="rId4" Type="http://schemas.openxmlformats.org/officeDocument/2006/relationships/slide" Target="slides/slide3.xml"/><Relationship Id="rId9" Type="http://schemas.openxmlformats.org/officeDocument/2006/relationships/slide" Target="slides/slide8.xml"/><Relationship Id="rId14" Type="http://schemas.openxmlformats.org/officeDocument/2006/relationships/slide" Target="slides/slide13.xml"/><Relationship Id="rId22" Type="http://schemas.openxmlformats.org/officeDocument/2006/relationships/slide" Target="slides/slide21.xml"/><Relationship Id="rId27" Type="http://schemas.openxmlformats.org/officeDocument/2006/relationships/slide" Target="slides/slide26.xml"/><Relationship Id="rId30" Type="http://schemas.openxmlformats.org/officeDocument/2006/relationships/slide" Target="slides/slide29.xml"/><Relationship Id="rId35" Type="http://schemas.openxmlformats.org/officeDocument/2006/relationships/slide" Target="slides/slide34.xml"/><Relationship Id="rId43" Type="http://customschemas.google.com/relationships/presentationmetadata" Target="metadata"/></Relationships>
</file>

<file path=ppt/notesMasters/_rels/notesMaster1.xml.rels><?xml version="1.0" encoding="UTF-8" standalone="yes"?>
<Relationships xmlns="http://schemas.openxmlformats.org/package/2006/relationships"><Relationship Id="rId1" Type="http://schemas.openxmlformats.org/officeDocument/2006/relationships/theme" Target="../theme/theme2.xml"/></Relationships>
</file>

<file path=ppt/notesMasters/notesMaster1.xml><?xml version="1.0" encoding="utf-8"?>
<p:notesMaster xmlns:a="http://schemas.openxmlformats.org/drawingml/2006/main" xmlns:r="http://schemas.openxmlformats.org/officeDocument/2006/relationships" xmlns:p="http://schemas.openxmlformats.org/presentationml/2006/main">
  <p:cSld>
    <p:bg>
      <p:bgRef idx="1001">
        <a:schemeClr val="bg1"/>
      </p:bgRef>
    </p:bg>
    <p:spTree>
      <p:nvGrpSpPr>
        <p:cNvPr id="1" name="Shape 2"/>
        <p:cNvGrpSpPr/>
        <p:nvPr/>
      </p:nvGrpSpPr>
      <p:grpSpPr>
        <a:xfrm>
          <a:off x="0" y="0"/>
          <a:ext cx="0" cy="0"/>
          <a:chOff x="0" y="0"/>
          <a:chExt cx="0" cy="0"/>
        </a:xfrm>
      </p:grpSpPr>
      <p:sp>
        <p:nvSpPr>
          <p:cNvPr id="3" name="Google Shape;3;n"/>
          <p:cNvSpPr>
            <a:spLocks noGrp="1" noRot="1" noChangeAspect="1"/>
          </p:cNvSpPr>
          <p:nvPr>
            <p:ph type="sldImg" idx="2"/>
          </p:nvPr>
        </p:nvSpPr>
        <p:spPr>
          <a:xfrm>
            <a:off x="1143225" y="685800"/>
            <a:ext cx="4572225" cy="3429000"/>
          </a:xfrm>
          <a:custGeom>
            <a:avLst/>
            <a:gdLst/>
            <a:ahLst/>
            <a:cxnLst/>
            <a:rect l="l" t="t" r="r" b="b"/>
            <a:pathLst>
              <a:path w="120000" h="120000" extrusionOk="0">
                <a:moveTo>
                  <a:pt x="0" y="0"/>
                </a:moveTo>
                <a:lnTo>
                  <a:pt x="120000" y="0"/>
                </a:lnTo>
                <a:lnTo>
                  <a:pt x="120000" y="120000"/>
                </a:lnTo>
                <a:lnTo>
                  <a:pt x="0" y="120000"/>
                </a:lnTo>
                <a:close/>
              </a:path>
            </a:pathLst>
          </a:custGeom>
          <a:noFill/>
          <a:ln w="9525" cap="flat" cmpd="sng">
            <a:solidFill>
              <a:srgbClr val="000000"/>
            </a:solidFill>
            <a:prstDash val="solid"/>
            <a:round/>
            <a:headEnd type="none" w="sm" len="sm"/>
            <a:tailEnd type="none" w="sm" len="sm"/>
          </a:ln>
        </p:spPr>
      </p:sp>
      <p:sp>
        <p:nvSpPr>
          <p:cNvPr id="4" name="Google Shape;4;n"/>
          <p:cNvSpPr txBox="1">
            <a:spLocks noGrp="1"/>
          </p:cNvSpPr>
          <p:nvPr>
            <p:ph type="body" idx="1"/>
          </p:nvPr>
        </p:nvSpPr>
        <p:spPr>
          <a:xfrm>
            <a:off x="685800" y="4343400"/>
            <a:ext cx="5486400" cy="4114800"/>
          </a:xfrm>
          <a:prstGeom prst="rect">
            <a:avLst/>
          </a:prstGeom>
          <a:noFill/>
          <a:ln>
            <a:noFill/>
          </a:ln>
        </p:spPr>
        <p:txBody>
          <a:bodyPr spcFirstLastPara="1" wrap="square" lIns="91425" tIns="91425" rIns="91425" bIns="91425" anchor="t" anchorCtr="0">
            <a:noAutofit/>
          </a:bodyPr>
          <a:lstStyle>
            <a:lvl1pPr marL="457200" lvl="0" indent="-298450">
              <a:spcBef>
                <a:spcPts val="0"/>
              </a:spcBef>
              <a:spcAft>
                <a:spcPts val="0"/>
              </a:spcAft>
              <a:buSzPts val="1100"/>
              <a:buChar char="●"/>
              <a:defRPr sz="1100"/>
            </a:lvl1pPr>
            <a:lvl2pPr marL="914400" lvl="1" indent="-298450">
              <a:spcBef>
                <a:spcPts val="0"/>
              </a:spcBef>
              <a:spcAft>
                <a:spcPts val="0"/>
              </a:spcAft>
              <a:buSzPts val="1100"/>
              <a:buChar char="○"/>
              <a:defRPr sz="1100"/>
            </a:lvl2pPr>
            <a:lvl3pPr marL="1371600" lvl="2" indent="-298450">
              <a:spcBef>
                <a:spcPts val="0"/>
              </a:spcBef>
              <a:spcAft>
                <a:spcPts val="0"/>
              </a:spcAft>
              <a:buSzPts val="1100"/>
              <a:buChar char="■"/>
              <a:defRPr sz="1100"/>
            </a:lvl3pPr>
            <a:lvl4pPr marL="1828800" lvl="3" indent="-298450">
              <a:spcBef>
                <a:spcPts val="0"/>
              </a:spcBef>
              <a:spcAft>
                <a:spcPts val="0"/>
              </a:spcAft>
              <a:buSzPts val="1100"/>
              <a:buChar char="●"/>
              <a:defRPr sz="1100"/>
            </a:lvl4pPr>
            <a:lvl5pPr marL="2286000" lvl="4" indent="-298450">
              <a:spcBef>
                <a:spcPts val="0"/>
              </a:spcBef>
              <a:spcAft>
                <a:spcPts val="0"/>
              </a:spcAft>
              <a:buSzPts val="1100"/>
              <a:buChar char="○"/>
              <a:defRPr sz="1100"/>
            </a:lvl5pPr>
            <a:lvl6pPr marL="2743200" lvl="5" indent="-298450">
              <a:spcBef>
                <a:spcPts val="0"/>
              </a:spcBef>
              <a:spcAft>
                <a:spcPts val="0"/>
              </a:spcAft>
              <a:buSzPts val="1100"/>
              <a:buChar char="■"/>
              <a:defRPr sz="1100"/>
            </a:lvl6pPr>
            <a:lvl7pPr marL="3200400" lvl="6" indent="-298450">
              <a:spcBef>
                <a:spcPts val="0"/>
              </a:spcBef>
              <a:spcAft>
                <a:spcPts val="0"/>
              </a:spcAft>
              <a:buSzPts val="1100"/>
              <a:buChar char="●"/>
              <a:defRPr sz="1100"/>
            </a:lvl7pPr>
            <a:lvl8pPr marL="3657600" lvl="7" indent="-298450">
              <a:spcBef>
                <a:spcPts val="0"/>
              </a:spcBef>
              <a:spcAft>
                <a:spcPts val="0"/>
              </a:spcAft>
              <a:buSzPts val="1100"/>
              <a:buChar char="○"/>
              <a:defRPr sz="1100"/>
            </a:lvl8pPr>
            <a:lvl9pPr marL="4114800" lvl="8" indent="-298450">
              <a:spcBef>
                <a:spcPts val="0"/>
              </a:spcBef>
              <a:spcAft>
                <a:spcPts val="0"/>
              </a:spcAft>
              <a:buSzPts val="1100"/>
              <a:buChar char="■"/>
              <a:defRPr sz="1100"/>
            </a:lvl9pPr>
          </a:lstStyle>
          <a:p>
            <a:endParaRPr/>
          </a:p>
        </p:txBody>
      </p:sp>
    </p:spTree>
  </p:cSld>
  <p:clrMap bg1="lt1" tx1="dk1" bg2="dk2" tx2="lt2" accent1="accent1" accent2="accent2" accent3="accent3" accent4="accent4" accent5="accent5" accent6="accent6" hlink="hlink" folHlink="folHlink"/>
  <p:notesStyle>
    <a:defPPr marR="0" lvl="0" algn="l" rtl="0">
      <a:lnSpc>
        <a:spcPct val="100000"/>
      </a:lnSpc>
      <a:spcBef>
        <a:spcPts val="0"/>
      </a:spcBef>
      <a:spcAft>
        <a:spcPts val="0"/>
      </a:spcAft>
    </a:defPPr>
    <a:lvl1pPr marR="0" lvl="0"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1pPr>
    <a:lvl2pPr marR="0" lvl="1"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2pPr>
    <a:lvl3pPr marR="0" lvl="2"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3pPr>
    <a:lvl4pPr marR="0" lvl="3"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4pPr>
    <a:lvl5pPr marR="0" lvl="4"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5pPr>
    <a:lvl6pPr marR="0" lvl="5"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6pPr>
    <a:lvl7pPr marR="0" lvl="6"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7pPr>
    <a:lvl8pPr marR="0" lvl="7"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8pPr>
    <a:lvl9pPr marR="0" lvl="8"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9pPr>
  </p:notesStyle>
</p:notesMaster>
</file>

<file path=ppt/notesSlides/_rels/notesSlide1.xml.rels><?xml version="1.0" encoding="UTF-8" standalone="yes"?>
<Relationships xmlns="http://schemas.openxmlformats.org/package/2006/relationships"><Relationship Id="rId2" Type="http://schemas.openxmlformats.org/officeDocument/2006/relationships/slide" Target="../slides/slide1.xml"/><Relationship Id="rId1" Type="http://schemas.openxmlformats.org/officeDocument/2006/relationships/notesMaster" Target="../notesMasters/notesMaster1.xml"/></Relationships>
</file>

<file path=ppt/notesSlides/_rels/notesSlide2.xml.rels><?xml version="1.0" encoding="UTF-8" standalone="yes"?>
<Relationships xmlns="http://schemas.openxmlformats.org/package/2006/relationships"><Relationship Id="rId2" Type="http://schemas.openxmlformats.org/officeDocument/2006/relationships/slide" Target="../slides/slide2.xml"/><Relationship Id="rId1" Type="http://schemas.openxmlformats.org/officeDocument/2006/relationships/notesMaster" Target="../notesMasters/notesMaster1.xml"/></Relationships>
</file>

<file path=ppt/notesSlides/_rels/notesSlide3.xml.rels><?xml version="1.0" encoding="UTF-8" standalone="yes"?>
<Relationships xmlns="http://schemas.openxmlformats.org/package/2006/relationships"><Relationship Id="rId2" Type="http://schemas.openxmlformats.org/officeDocument/2006/relationships/slide" Target="../slides/slide3.xml"/><Relationship Id="rId1" Type="http://schemas.openxmlformats.org/officeDocument/2006/relationships/notesMaster" Target="../notesMasters/notesMaster1.xml"/></Relationships>
</file>

<file path=ppt/notesSlides/_rels/notesSlide4.xml.rels><?xml version="1.0" encoding="UTF-8" standalone="yes"?>
<Relationships xmlns="http://schemas.openxmlformats.org/package/2006/relationships"><Relationship Id="rId2" Type="http://schemas.openxmlformats.org/officeDocument/2006/relationships/slide" Target="../slides/slide4.xml"/><Relationship Id="rId1" Type="http://schemas.openxmlformats.org/officeDocument/2006/relationships/notesMaster" Target="../notesMasters/notesMaster1.xml"/></Relationships>
</file>

<file path=ppt/notesSlides/_rels/notesSlide5.xml.rels><?xml version="1.0" encoding="UTF-8" standalone="yes"?>
<Relationships xmlns="http://schemas.openxmlformats.org/package/2006/relationships"><Relationship Id="rId2" Type="http://schemas.openxmlformats.org/officeDocument/2006/relationships/slide" Target="../slides/slide5.xml"/><Relationship Id="rId1" Type="http://schemas.openxmlformats.org/officeDocument/2006/relationships/notesMaster" Target="../notesMasters/notesMaster1.xml"/></Relationships>
</file>

<file path=ppt/notesSlides/_rels/notesSlide6.xml.rels><?xml version="1.0" encoding="UTF-8" standalone="yes"?>
<Relationships xmlns="http://schemas.openxmlformats.org/package/2006/relationships"><Relationship Id="rId2" Type="http://schemas.openxmlformats.org/officeDocument/2006/relationships/slide" Target="../slides/slide6.xml"/><Relationship Id="rId1" Type="http://schemas.openxmlformats.org/officeDocument/2006/relationships/notesMaster" Target="../notesMasters/notesMaster1.xml"/></Relationships>
</file>

<file path=ppt/notesSlides/_rels/notesSlide7.xml.rels><?xml version="1.0" encoding="UTF-8" standalone="yes"?>
<Relationships xmlns="http://schemas.openxmlformats.org/package/2006/relationships"><Relationship Id="rId2" Type="http://schemas.openxmlformats.org/officeDocument/2006/relationships/slide" Target="../slides/slide7.xml"/><Relationship Id="rId1" Type="http://schemas.openxmlformats.org/officeDocument/2006/relationships/notesMaster" Target="../notesMasters/notesMaster1.xml"/></Relationships>
</file>

<file path=ppt/notesSlides/_rels/notesSlide8.xml.rels><?xml version="1.0" encoding="UTF-8" standalone="yes"?>
<Relationships xmlns="http://schemas.openxmlformats.org/package/2006/relationships"><Relationship Id="rId2" Type="http://schemas.openxmlformats.org/officeDocument/2006/relationships/slide" Target="../slides/slide8.xml"/><Relationship Id="rId1" Type="http://schemas.openxmlformats.org/officeDocument/2006/relationships/notesMaster" Target="../notesMasters/notesMaster1.xml"/></Relationships>
</file>

<file path=ppt/notesSlides/_rels/notesSlide9.xml.rels><?xml version="1.0" encoding="UTF-8" standalone="yes"?>
<Relationships xmlns="http://schemas.openxmlformats.org/package/2006/relationships"><Relationship Id="rId2" Type="http://schemas.openxmlformats.org/officeDocument/2006/relationships/slide" Target="../slides/slide9.xml"/><Relationship Id="rId1" Type="http://schemas.openxmlformats.org/officeDocument/2006/relationships/notesMaster" Target="../notesMasters/notesMaster1.xml"/></Relationships>
</file>

<file path=ppt/notesSlides/_rels/notesSlide10.xml.rels><?xml version="1.0" encoding="UTF-8" standalone="yes"?>
<Relationships xmlns="http://schemas.openxmlformats.org/package/2006/relationships"><Relationship Id="rId2" Type="http://schemas.openxmlformats.org/officeDocument/2006/relationships/slide" Target="../slides/slide10.xml"/><Relationship Id="rId1" Type="http://schemas.openxmlformats.org/officeDocument/2006/relationships/notesMaster" Target="../notesMasters/notesMaster1.xml"/></Relationships>
</file>

<file path=ppt/notesSlides/_rels/notesSlide11.xml.rels><?xml version="1.0" encoding="UTF-8" standalone="yes"?>
<Relationships xmlns="http://schemas.openxmlformats.org/package/2006/relationships"><Relationship Id="rId2" Type="http://schemas.openxmlformats.org/officeDocument/2006/relationships/slide" Target="../slides/slide11.xml"/><Relationship Id="rId1" Type="http://schemas.openxmlformats.org/officeDocument/2006/relationships/notesMaster" Target="../notesMasters/notesMaster1.xml"/></Relationships>
</file>

<file path=ppt/notesSlides/_rels/notesSlide12.xml.rels><?xml version="1.0" encoding="UTF-8" standalone="yes"?>
<Relationships xmlns="http://schemas.openxmlformats.org/package/2006/relationships"><Relationship Id="rId2" Type="http://schemas.openxmlformats.org/officeDocument/2006/relationships/slide" Target="../slides/slide12.xml"/><Relationship Id="rId1" Type="http://schemas.openxmlformats.org/officeDocument/2006/relationships/notesMaster" Target="../notesMasters/notesMaster1.xml"/></Relationships>
</file>

<file path=ppt/notesSlides/_rels/notesSlide13.xml.rels><?xml version="1.0" encoding="UTF-8" standalone="yes"?>
<Relationships xmlns="http://schemas.openxmlformats.org/package/2006/relationships"><Relationship Id="rId2" Type="http://schemas.openxmlformats.org/officeDocument/2006/relationships/slide" Target="../slides/slide13.xml"/><Relationship Id="rId1" Type="http://schemas.openxmlformats.org/officeDocument/2006/relationships/notesMaster" Target="../notesMasters/notesMaster1.xml"/></Relationships>
</file>

<file path=ppt/notesSlides/_rels/notesSlide14.xml.rels><?xml version="1.0" encoding="UTF-8" standalone="yes"?>
<Relationships xmlns="http://schemas.openxmlformats.org/package/2006/relationships"><Relationship Id="rId2" Type="http://schemas.openxmlformats.org/officeDocument/2006/relationships/slide" Target="../slides/slide14.xml"/><Relationship Id="rId1" Type="http://schemas.openxmlformats.org/officeDocument/2006/relationships/notesMaster" Target="../notesMasters/notesMaster1.xml"/></Relationships>
</file>

<file path=ppt/notesSlides/_rels/notesSlide15.xml.rels><?xml version="1.0" encoding="UTF-8" standalone="yes"?>
<Relationships xmlns="http://schemas.openxmlformats.org/package/2006/relationships"><Relationship Id="rId2" Type="http://schemas.openxmlformats.org/officeDocument/2006/relationships/slide" Target="../slides/slide15.xml"/><Relationship Id="rId1" Type="http://schemas.openxmlformats.org/officeDocument/2006/relationships/notesMaster" Target="../notesMasters/notesMaster1.xml"/></Relationships>
</file>

<file path=ppt/notesSlides/_rels/notesSlide16.xml.rels><?xml version="1.0" encoding="UTF-8" standalone="yes"?>
<Relationships xmlns="http://schemas.openxmlformats.org/package/2006/relationships"><Relationship Id="rId2" Type="http://schemas.openxmlformats.org/officeDocument/2006/relationships/slide" Target="../slides/slide16.xml"/><Relationship Id="rId1" Type="http://schemas.openxmlformats.org/officeDocument/2006/relationships/notesMaster" Target="../notesMasters/notesMaster1.xml"/></Relationships>
</file>

<file path=ppt/notesSlides/_rels/notesSlide17.xml.rels><?xml version="1.0" encoding="UTF-8" standalone="yes"?>
<Relationships xmlns="http://schemas.openxmlformats.org/package/2006/relationships"><Relationship Id="rId2" Type="http://schemas.openxmlformats.org/officeDocument/2006/relationships/slide" Target="../slides/slide17.xml"/><Relationship Id="rId1" Type="http://schemas.openxmlformats.org/officeDocument/2006/relationships/notesMaster" Target="../notesMasters/notesMaster1.xml"/></Relationships>
</file>

<file path=ppt/notesSlides/_rels/notesSlide18.xml.rels><?xml version="1.0" encoding="UTF-8" standalone="yes"?>
<Relationships xmlns="http://schemas.openxmlformats.org/package/2006/relationships"><Relationship Id="rId2" Type="http://schemas.openxmlformats.org/officeDocument/2006/relationships/slide" Target="../slides/slide18.xml"/><Relationship Id="rId1" Type="http://schemas.openxmlformats.org/officeDocument/2006/relationships/notesMaster" Target="../notesMasters/notesMaster1.xml"/></Relationships>
</file>

<file path=ppt/notesSlides/_rels/notesSlide19.xml.rels><?xml version="1.0" encoding="UTF-8" standalone="yes"?>
<Relationships xmlns="http://schemas.openxmlformats.org/package/2006/relationships"><Relationship Id="rId2" Type="http://schemas.openxmlformats.org/officeDocument/2006/relationships/slide" Target="../slides/slide19.xml"/><Relationship Id="rId1" Type="http://schemas.openxmlformats.org/officeDocument/2006/relationships/notesMaster" Target="../notesMasters/notesMaster1.xml"/></Relationships>
</file>

<file path=ppt/notesSlides/_rels/notesSlide20.xml.rels><?xml version="1.0" encoding="UTF-8" standalone="yes"?>
<Relationships xmlns="http://schemas.openxmlformats.org/package/2006/relationships"><Relationship Id="rId2" Type="http://schemas.openxmlformats.org/officeDocument/2006/relationships/slide" Target="../slides/slide20.xml"/><Relationship Id="rId1" Type="http://schemas.openxmlformats.org/officeDocument/2006/relationships/notesMaster" Target="../notesMasters/notesMaster1.xml"/></Relationships>
</file>

<file path=ppt/notesSlides/_rels/notesSlide21.xml.rels><?xml version="1.0" encoding="UTF-8" standalone="yes"?>
<Relationships xmlns="http://schemas.openxmlformats.org/package/2006/relationships"><Relationship Id="rId2" Type="http://schemas.openxmlformats.org/officeDocument/2006/relationships/slide" Target="../slides/slide21.xml"/><Relationship Id="rId1" Type="http://schemas.openxmlformats.org/officeDocument/2006/relationships/notesMaster" Target="../notesMasters/notesMaster1.xml"/></Relationships>
</file>

<file path=ppt/notesSlides/_rels/notesSlide22.xml.rels><?xml version="1.0" encoding="UTF-8" standalone="yes"?>
<Relationships xmlns="http://schemas.openxmlformats.org/package/2006/relationships"><Relationship Id="rId2" Type="http://schemas.openxmlformats.org/officeDocument/2006/relationships/slide" Target="../slides/slide22.xml"/><Relationship Id="rId1" Type="http://schemas.openxmlformats.org/officeDocument/2006/relationships/notesMaster" Target="../notesMasters/notesMaster1.xml"/></Relationships>
</file>

<file path=ppt/notesSlides/_rels/notesSlide23.xml.rels><?xml version="1.0" encoding="UTF-8" standalone="yes"?>
<Relationships xmlns="http://schemas.openxmlformats.org/package/2006/relationships"><Relationship Id="rId2" Type="http://schemas.openxmlformats.org/officeDocument/2006/relationships/slide" Target="../slides/slide23.xml"/><Relationship Id="rId1" Type="http://schemas.openxmlformats.org/officeDocument/2006/relationships/notesMaster" Target="../notesMasters/notesMaster1.xml"/></Relationships>
</file>

<file path=ppt/notesSlides/_rels/notesSlide24.xml.rels><?xml version="1.0" encoding="UTF-8" standalone="yes"?>
<Relationships xmlns="http://schemas.openxmlformats.org/package/2006/relationships"><Relationship Id="rId2" Type="http://schemas.openxmlformats.org/officeDocument/2006/relationships/slide" Target="../slides/slide24.xml"/><Relationship Id="rId1" Type="http://schemas.openxmlformats.org/officeDocument/2006/relationships/notesMaster" Target="../notesMasters/notesMaster1.xml"/></Relationships>
</file>

<file path=ppt/notesSlides/_rels/notesSlide25.xml.rels><?xml version="1.0" encoding="UTF-8" standalone="yes"?>
<Relationships xmlns="http://schemas.openxmlformats.org/package/2006/relationships"><Relationship Id="rId2" Type="http://schemas.openxmlformats.org/officeDocument/2006/relationships/slide" Target="../slides/slide25.xml"/><Relationship Id="rId1" Type="http://schemas.openxmlformats.org/officeDocument/2006/relationships/notesMaster" Target="../notesMasters/notesMaster1.xml"/></Relationships>
</file>

<file path=ppt/notesSlides/_rels/notesSlide26.xml.rels><?xml version="1.0" encoding="UTF-8" standalone="yes"?>
<Relationships xmlns="http://schemas.openxmlformats.org/package/2006/relationships"><Relationship Id="rId2" Type="http://schemas.openxmlformats.org/officeDocument/2006/relationships/slide" Target="../slides/slide26.xml"/><Relationship Id="rId1" Type="http://schemas.openxmlformats.org/officeDocument/2006/relationships/notesMaster" Target="../notesMasters/notesMaster1.xml"/></Relationships>
</file>

<file path=ppt/notesSlides/_rels/notesSlide27.xml.rels><?xml version="1.0" encoding="UTF-8" standalone="yes"?>
<Relationships xmlns="http://schemas.openxmlformats.org/package/2006/relationships"><Relationship Id="rId2" Type="http://schemas.openxmlformats.org/officeDocument/2006/relationships/slide" Target="../slides/slide27.xml"/><Relationship Id="rId1" Type="http://schemas.openxmlformats.org/officeDocument/2006/relationships/notesMaster" Target="../notesMasters/notesMaster1.xml"/></Relationships>
</file>

<file path=ppt/notesSlides/_rels/notesSlide28.xml.rels><?xml version="1.0" encoding="UTF-8" standalone="yes"?>
<Relationships xmlns="http://schemas.openxmlformats.org/package/2006/relationships"><Relationship Id="rId2" Type="http://schemas.openxmlformats.org/officeDocument/2006/relationships/slide" Target="../slides/slide28.xml"/><Relationship Id="rId1" Type="http://schemas.openxmlformats.org/officeDocument/2006/relationships/notesMaster" Target="../notesMasters/notesMaster1.xml"/></Relationships>
</file>

<file path=ppt/notesSlides/_rels/notesSlide29.xml.rels><?xml version="1.0" encoding="UTF-8" standalone="yes"?>
<Relationships xmlns="http://schemas.openxmlformats.org/package/2006/relationships"><Relationship Id="rId2" Type="http://schemas.openxmlformats.org/officeDocument/2006/relationships/slide" Target="../slides/slide29.xml"/><Relationship Id="rId1" Type="http://schemas.openxmlformats.org/officeDocument/2006/relationships/notesMaster" Target="../notesMasters/notesMaster1.xml"/></Relationships>
</file>

<file path=ppt/notesSlides/_rels/notesSlide30.xml.rels><?xml version="1.0" encoding="UTF-8" standalone="yes"?>
<Relationships xmlns="http://schemas.openxmlformats.org/package/2006/relationships"><Relationship Id="rId2" Type="http://schemas.openxmlformats.org/officeDocument/2006/relationships/slide" Target="../slides/slide30.xml"/><Relationship Id="rId1" Type="http://schemas.openxmlformats.org/officeDocument/2006/relationships/notesMaster" Target="../notesMasters/notesMaster1.xml"/></Relationships>
</file>

<file path=ppt/notesSlides/_rels/notesSlide31.xml.rels><?xml version="1.0" encoding="UTF-8" standalone="yes"?>
<Relationships xmlns="http://schemas.openxmlformats.org/package/2006/relationships"><Relationship Id="rId2" Type="http://schemas.openxmlformats.org/officeDocument/2006/relationships/slide" Target="../slides/slide31.xml"/><Relationship Id="rId1" Type="http://schemas.openxmlformats.org/officeDocument/2006/relationships/notesMaster" Target="../notesMasters/notesMaster1.xml"/></Relationships>
</file>

<file path=ppt/notesSlides/_rels/notesSlide32.xml.rels><?xml version="1.0" encoding="UTF-8" standalone="yes"?>
<Relationships xmlns="http://schemas.openxmlformats.org/package/2006/relationships"><Relationship Id="rId2" Type="http://schemas.openxmlformats.org/officeDocument/2006/relationships/slide" Target="../slides/slide32.xml"/><Relationship Id="rId1" Type="http://schemas.openxmlformats.org/officeDocument/2006/relationships/notesMaster" Target="../notesMasters/notesMaster1.xml"/></Relationships>
</file>

<file path=ppt/notesSlides/_rels/notesSlide33.xml.rels><?xml version="1.0" encoding="UTF-8" standalone="yes"?>
<Relationships xmlns="http://schemas.openxmlformats.org/package/2006/relationships"><Relationship Id="rId2" Type="http://schemas.openxmlformats.org/officeDocument/2006/relationships/slide" Target="../slides/slide33.xml"/><Relationship Id="rId1" Type="http://schemas.openxmlformats.org/officeDocument/2006/relationships/notesMaster" Target="../notesMasters/notesMaster1.xml"/></Relationships>
</file>

<file path=ppt/notesSlides/_rels/notesSlide34.xml.rels><?xml version="1.0" encoding="UTF-8" standalone="yes"?>
<Relationships xmlns="http://schemas.openxmlformats.org/package/2006/relationships"><Relationship Id="rId2" Type="http://schemas.openxmlformats.org/officeDocument/2006/relationships/slide" Target="../slides/slide34.xml"/><Relationship Id="rId1" Type="http://schemas.openxmlformats.org/officeDocument/2006/relationships/notesMaster" Target="../notesMasters/notesMaster1.xml"/></Relationships>
</file>

<file path=ppt/notesSlides/_rels/notesSlide35.xml.rels><?xml version="1.0" encoding="UTF-8" standalone="yes"?>
<Relationships xmlns="http://schemas.openxmlformats.org/package/2006/relationships"><Relationship Id="rId2" Type="http://schemas.openxmlformats.org/officeDocument/2006/relationships/slide" Target="../slides/slide35.xml"/><Relationship Id="rId1" Type="http://schemas.openxmlformats.org/officeDocument/2006/relationships/notesMaster" Target="../notesMasters/notesMaster1.xml"/></Relationships>
</file>

<file path=ppt/notesSlides/_rels/notesSlide36.xml.rels><?xml version="1.0" encoding="UTF-8" standalone="yes"?>
<Relationships xmlns="http://schemas.openxmlformats.org/package/2006/relationships"><Relationship Id="rId2" Type="http://schemas.openxmlformats.org/officeDocument/2006/relationships/slide" Target="../slides/slide36.xml"/><Relationship Id="rId1" Type="http://schemas.openxmlformats.org/officeDocument/2006/relationships/notesMaster" Target="../notesMasters/notesMaster1.xml"/></Relationships>
</file>

<file path=ppt/notesSlides/_rels/notesSlide37.xml.rels><?xml version="1.0" encoding="UTF-8" standalone="yes"?>
<Relationships xmlns="http://schemas.openxmlformats.org/package/2006/relationships"><Relationship Id="rId2" Type="http://schemas.openxmlformats.org/officeDocument/2006/relationships/slide" Target="../slides/slide37.xml"/><Relationship Id="rId1" Type="http://schemas.openxmlformats.org/officeDocument/2006/relationships/notesMaster" Target="../notesMasters/notesMaster1.xml"/></Relationships>
</file>

<file path=ppt/notesSlides/_rels/notesSlide38.xml.rels><?xml version="1.0" encoding="UTF-8" standalone="yes"?>
<Relationships xmlns="http://schemas.openxmlformats.org/package/2006/relationships"><Relationship Id="rId2" Type="http://schemas.openxmlformats.org/officeDocument/2006/relationships/slide" Target="../slides/slide38.xml"/><Relationship Id="rId1" Type="http://schemas.openxmlformats.org/officeDocument/2006/relationships/notesMaster" Target="../notesMasters/notesMaster1.xml"/></Relationships>
</file>

<file path=ppt/notesSlides/notesSlide1.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121"/>
        <p:cNvGrpSpPr/>
        <p:nvPr/>
      </p:nvGrpSpPr>
      <p:grpSpPr>
        <a:xfrm>
          <a:off x="0" y="0"/>
          <a:ext cx="0" cy="0"/>
          <a:chOff x="0" y="0"/>
          <a:chExt cx="0" cy="0"/>
        </a:xfrm>
      </p:grpSpPr>
      <p:sp>
        <p:nvSpPr>
          <p:cNvPr id="122" name="Google Shape;122;p1:notes"/>
          <p:cNvSpPr txBox="1">
            <a:spLocks noGrp="1"/>
          </p:cNvSpPr>
          <p:nvPr>
            <p:ph type="body" idx="1"/>
          </p:nvPr>
        </p:nvSpPr>
        <p:spPr>
          <a:xfrm>
            <a:off x="685800" y="4343400"/>
            <a:ext cx="5486400" cy="4114800"/>
          </a:xfrm>
          <a:prstGeom prst="rect">
            <a:avLst/>
          </a:prstGeom>
        </p:spPr>
        <p:txBody>
          <a:bodyPr spcFirstLastPara="1" wrap="square" lIns="91425" tIns="91425" rIns="91425" bIns="91425" anchor="t" anchorCtr="0">
            <a:noAutofit/>
          </a:bodyPr>
          <a:lstStyle/>
          <a:p>
            <a:pPr marL="0" lvl="0" indent="0" algn="l" rtl="0">
              <a:spcBef>
                <a:spcPts val="0"/>
              </a:spcBef>
              <a:spcAft>
                <a:spcPts val="0"/>
              </a:spcAft>
              <a:buNone/>
            </a:pPr>
            <a:endParaRPr/>
          </a:p>
        </p:txBody>
      </p:sp>
      <p:sp>
        <p:nvSpPr>
          <p:cNvPr id="123" name="Google Shape;123;p1:notes"/>
          <p:cNvSpPr>
            <a:spLocks noGrp="1" noRot="1" noChangeAspect="1"/>
          </p:cNvSpPr>
          <p:nvPr>
            <p:ph type="sldImg" idx="2"/>
          </p:nvPr>
        </p:nvSpPr>
        <p:spPr>
          <a:xfrm>
            <a:off x="381000" y="685800"/>
            <a:ext cx="6096000" cy="3429000"/>
          </a:xfrm>
          <a:custGeom>
            <a:avLst/>
            <a:gdLst/>
            <a:ahLst/>
            <a:cxnLst/>
            <a:rect l="l" t="t" r="r" b="b"/>
            <a:pathLst>
              <a:path w="120000" h="120000" extrusionOk="0">
                <a:moveTo>
                  <a:pt x="0" y="0"/>
                </a:moveTo>
                <a:lnTo>
                  <a:pt x="120000" y="0"/>
                </a:lnTo>
                <a:lnTo>
                  <a:pt x="120000" y="120000"/>
                </a:lnTo>
                <a:lnTo>
                  <a:pt x="0" y="120000"/>
                </a:lnTo>
                <a:close/>
              </a:path>
            </a:pathLst>
          </a:custGeom>
        </p:spPr>
      </p:sp>
    </p:spTree>
  </p:cSld>
  <p:clrMapOvr>
    <a:masterClrMapping/>
  </p:clrMapOvr>
</p:notes>
</file>

<file path=ppt/notesSlides/notesSlide2.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137"/>
        <p:cNvGrpSpPr/>
        <p:nvPr/>
      </p:nvGrpSpPr>
      <p:grpSpPr>
        <a:xfrm>
          <a:off x="0" y="0"/>
          <a:ext cx="0" cy="0"/>
          <a:chOff x="0" y="0"/>
          <a:chExt cx="0" cy="0"/>
        </a:xfrm>
      </p:grpSpPr>
      <p:sp>
        <p:nvSpPr>
          <p:cNvPr id="138" name="Google Shape;138;p2:notes"/>
          <p:cNvSpPr txBox="1">
            <a:spLocks noGrp="1"/>
          </p:cNvSpPr>
          <p:nvPr>
            <p:ph type="body" idx="1"/>
          </p:nvPr>
        </p:nvSpPr>
        <p:spPr>
          <a:xfrm>
            <a:off x="685800" y="4343400"/>
            <a:ext cx="5486400" cy="4114800"/>
          </a:xfrm>
          <a:prstGeom prst="rect">
            <a:avLst/>
          </a:prstGeom>
        </p:spPr>
        <p:txBody>
          <a:bodyPr spcFirstLastPara="1" wrap="square" lIns="91425" tIns="91425" rIns="91425" bIns="91425" anchor="t" anchorCtr="0">
            <a:noAutofit/>
          </a:bodyPr>
          <a:lstStyle/>
          <a:p>
            <a:pPr marL="0" lvl="0" indent="0" algn="l" rtl="0">
              <a:spcBef>
                <a:spcPts val="0"/>
              </a:spcBef>
              <a:spcAft>
                <a:spcPts val="0"/>
              </a:spcAft>
              <a:buNone/>
            </a:pPr>
            <a:endParaRPr/>
          </a:p>
        </p:txBody>
      </p:sp>
      <p:sp>
        <p:nvSpPr>
          <p:cNvPr id="139" name="Google Shape;139;p2:notes"/>
          <p:cNvSpPr>
            <a:spLocks noGrp="1" noRot="1" noChangeAspect="1"/>
          </p:cNvSpPr>
          <p:nvPr>
            <p:ph type="sldImg" idx="2"/>
          </p:nvPr>
        </p:nvSpPr>
        <p:spPr>
          <a:xfrm>
            <a:off x="1143225" y="685800"/>
            <a:ext cx="4572225" cy="3429000"/>
          </a:xfrm>
          <a:custGeom>
            <a:avLst/>
            <a:gdLst/>
            <a:ahLst/>
            <a:cxnLst/>
            <a:rect l="l" t="t" r="r" b="b"/>
            <a:pathLst>
              <a:path w="120000" h="120000" extrusionOk="0">
                <a:moveTo>
                  <a:pt x="0" y="0"/>
                </a:moveTo>
                <a:lnTo>
                  <a:pt x="120000" y="0"/>
                </a:lnTo>
                <a:lnTo>
                  <a:pt x="120000" y="120000"/>
                </a:lnTo>
                <a:lnTo>
                  <a:pt x="0" y="120000"/>
                </a:lnTo>
                <a:close/>
              </a:path>
            </a:pathLst>
          </a:custGeom>
        </p:spPr>
      </p:sp>
    </p:spTree>
  </p:cSld>
  <p:clrMapOvr>
    <a:masterClrMapping/>
  </p:clrMapOvr>
</p:notes>
</file>

<file path=ppt/notesSlides/notesSlide3.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143"/>
        <p:cNvGrpSpPr/>
        <p:nvPr/>
      </p:nvGrpSpPr>
      <p:grpSpPr>
        <a:xfrm>
          <a:off x="0" y="0"/>
          <a:ext cx="0" cy="0"/>
          <a:chOff x="0" y="0"/>
          <a:chExt cx="0" cy="0"/>
        </a:xfrm>
      </p:grpSpPr>
      <p:sp>
        <p:nvSpPr>
          <p:cNvPr id="144" name="Google Shape;144;p3:notes"/>
          <p:cNvSpPr txBox="1">
            <a:spLocks noGrp="1"/>
          </p:cNvSpPr>
          <p:nvPr>
            <p:ph type="body" idx="1"/>
          </p:nvPr>
        </p:nvSpPr>
        <p:spPr>
          <a:xfrm>
            <a:off x="685800" y="4343400"/>
            <a:ext cx="5486400" cy="4114800"/>
          </a:xfrm>
          <a:prstGeom prst="rect">
            <a:avLst/>
          </a:prstGeom>
        </p:spPr>
        <p:txBody>
          <a:bodyPr spcFirstLastPara="1" wrap="square" lIns="91425" tIns="91425" rIns="91425" bIns="91425" anchor="t" anchorCtr="0">
            <a:noAutofit/>
          </a:bodyPr>
          <a:lstStyle/>
          <a:p>
            <a:pPr marL="0" lvl="0" indent="0" algn="l" rtl="0">
              <a:spcBef>
                <a:spcPts val="0"/>
              </a:spcBef>
              <a:spcAft>
                <a:spcPts val="0"/>
              </a:spcAft>
              <a:buNone/>
            </a:pPr>
            <a:endParaRPr/>
          </a:p>
        </p:txBody>
      </p:sp>
      <p:sp>
        <p:nvSpPr>
          <p:cNvPr id="145" name="Google Shape;145;p3:notes"/>
          <p:cNvSpPr>
            <a:spLocks noGrp="1" noRot="1" noChangeAspect="1"/>
          </p:cNvSpPr>
          <p:nvPr>
            <p:ph type="sldImg" idx="2"/>
          </p:nvPr>
        </p:nvSpPr>
        <p:spPr>
          <a:xfrm>
            <a:off x="1143225" y="685800"/>
            <a:ext cx="4572225" cy="3429000"/>
          </a:xfrm>
          <a:custGeom>
            <a:avLst/>
            <a:gdLst/>
            <a:ahLst/>
            <a:cxnLst/>
            <a:rect l="l" t="t" r="r" b="b"/>
            <a:pathLst>
              <a:path w="120000" h="120000" extrusionOk="0">
                <a:moveTo>
                  <a:pt x="0" y="0"/>
                </a:moveTo>
                <a:lnTo>
                  <a:pt x="120000" y="0"/>
                </a:lnTo>
                <a:lnTo>
                  <a:pt x="120000" y="120000"/>
                </a:lnTo>
                <a:lnTo>
                  <a:pt x="0" y="120000"/>
                </a:lnTo>
                <a:close/>
              </a:path>
            </a:pathLst>
          </a:custGeom>
        </p:spPr>
      </p:sp>
    </p:spTree>
  </p:cSld>
  <p:clrMapOvr>
    <a:masterClrMapping/>
  </p:clrMapOvr>
</p:notes>
</file>

<file path=ppt/notesSlides/notesSlide4.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149"/>
        <p:cNvGrpSpPr/>
        <p:nvPr/>
      </p:nvGrpSpPr>
      <p:grpSpPr>
        <a:xfrm>
          <a:off x="0" y="0"/>
          <a:ext cx="0" cy="0"/>
          <a:chOff x="0" y="0"/>
          <a:chExt cx="0" cy="0"/>
        </a:xfrm>
      </p:grpSpPr>
      <p:sp>
        <p:nvSpPr>
          <p:cNvPr id="150" name="Google Shape;150;p4:notes"/>
          <p:cNvSpPr txBox="1">
            <a:spLocks noGrp="1"/>
          </p:cNvSpPr>
          <p:nvPr>
            <p:ph type="body" idx="1"/>
          </p:nvPr>
        </p:nvSpPr>
        <p:spPr>
          <a:xfrm>
            <a:off x="685800" y="4343400"/>
            <a:ext cx="5486400" cy="4114800"/>
          </a:xfrm>
          <a:prstGeom prst="rect">
            <a:avLst/>
          </a:prstGeom>
        </p:spPr>
        <p:txBody>
          <a:bodyPr spcFirstLastPara="1" wrap="square" lIns="91425" tIns="91425" rIns="91425" bIns="91425" anchor="t" anchorCtr="0">
            <a:noAutofit/>
          </a:bodyPr>
          <a:lstStyle/>
          <a:p>
            <a:pPr marL="0" lvl="0" indent="0" algn="l" rtl="0">
              <a:spcBef>
                <a:spcPts val="0"/>
              </a:spcBef>
              <a:spcAft>
                <a:spcPts val="0"/>
              </a:spcAft>
              <a:buNone/>
            </a:pPr>
            <a:endParaRPr/>
          </a:p>
        </p:txBody>
      </p:sp>
      <p:sp>
        <p:nvSpPr>
          <p:cNvPr id="151" name="Google Shape;151;p4:notes"/>
          <p:cNvSpPr>
            <a:spLocks noGrp="1" noRot="1" noChangeAspect="1"/>
          </p:cNvSpPr>
          <p:nvPr>
            <p:ph type="sldImg" idx="2"/>
          </p:nvPr>
        </p:nvSpPr>
        <p:spPr>
          <a:xfrm>
            <a:off x="1143225" y="685800"/>
            <a:ext cx="4572225" cy="3429000"/>
          </a:xfrm>
          <a:custGeom>
            <a:avLst/>
            <a:gdLst/>
            <a:ahLst/>
            <a:cxnLst/>
            <a:rect l="l" t="t" r="r" b="b"/>
            <a:pathLst>
              <a:path w="120000" h="120000" extrusionOk="0">
                <a:moveTo>
                  <a:pt x="0" y="0"/>
                </a:moveTo>
                <a:lnTo>
                  <a:pt x="120000" y="0"/>
                </a:lnTo>
                <a:lnTo>
                  <a:pt x="120000" y="120000"/>
                </a:lnTo>
                <a:lnTo>
                  <a:pt x="0" y="120000"/>
                </a:lnTo>
                <a:close/>
              </a:path>
            </a:pathLst>
          </a:custGeom>
        </p:spPr>
      </p:sp>
    </p:spTree>
  </p:cSld>
  <p:clrMapOvr>
    <a:masterClrMapping/>
  </p:clrMapOvr>
</p:notes>
</file>

<file path=ppt/notesSlides/notesSlide5.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155"/>
        <p:cNvGrpSpPr/>
        <p:nvPr/>
      </p:nvGrpSpPr>
      <p:grpSpPr>
        <a:xfrm>
          <a:off x="0" y="0"/>
          <a:ext cx="0" cy="0"/>
          <a:chOff x="0" y="0"/>
          <a:chExt cx="0" cy="0"/>
        </a:xfrm>
      </p:grpSpPr>
      <p:sp>
        <p:nvSpPr>
          <p:cNvPr id="156" name="Google Shape;156;p5:notes"/>
          <p:cNvSpPr txBox="1">
            <a:spLocks noGrp="1"/>
          </p:cNvSpPr>
          <p:nvPr>
            <p:ph type="body" idx="1"/>
          </p:nvPr>
        </p:nvSpPr>
        <p:spPr>
          <a:xfrm>
            <a:off x="685800" y="4343400"/>
            <a:ext cx="5486400" cy="4114800"/>
          </a:xfrm>
          <a:prstGeom prst="rect">
            <a:avLst/>
          </a:prstGeom>
        </p:spPr>
        <p:txBody>
          <a:bodyPr spcFirstLastPara="1" wrap="square" lIns="91425" tIns="91425" rIns="91425" bIns="91425" anchor="t" anchorCtr="0">
            <a:noAutofit/>
          </a:bodyPr>
          <a:lstStyle/>
          <a:p>
            <a:pPr marL="0" lvl="0" indent="0" algn="l" rtl="0">
              <a:spcBef>
                <a:spcPts val="0"/>
              </a:spcBef>
              <a:spcAft>
                <a:spcPts val="0"/>
              </a:spcAft>
              <a:buNone/>
            </a:pPr>
            <a:endParaRPr/>
          </a:p>
        </p:txBody>
      </p:sp>
      <p:sp>
        <p:nvSpPr>
          <p:cNvPr id="157" name="Google Shape;157;p5:notes"/>
          <p:cNvSpPr>
            <a:spLocks noGrp="1" noRot="1" noChangeAspect="1"/>
          </p:cNvSpPr>
          <p:nvPr>
            <p:ph type="sldImg" idx="2"/>
          </p:nvPr>
        </p:nvSpPr>
        <p:spPr>
          <a:xfrm>
            <a:off x="1143225" y="685800"/>
            <a:ext cx="4572225" cy="3429000"/>
          </a:xfrm>
          <a:custGeom>
            <a:avLst/>
            <a:gdLst/>
            <a:ahLst/>
            <a:cxnLst/>
            <a:rect l="l" t="t" r="r" b="b"/>
            <a:pathLst>
              <a:path w="120000" h="120000" extrusionOk="0">
                <a:moveTo>
                  <a:pt x="0" y="0"/>
                </a:moveTo>
                <a:lnTo>
                  <a:pt x="120000" y="0"/>
                </a:lnTo>
                <a:lnTo>
                  <a:pt x="120000" y="120000"/>
                </a:lnTo>
                <a:lnTo>
                  <a:pt x="0" y="120000"/>
                </a:lnTo>
                <a:close/>
              </a:path>
            </a:pathLst>
          </a:custGeom>
        </p:spPr>
      </p:sp>
    </p:spTree>
  </p:cSld>
  <p:clrMapOvr>
    <a:masterClrMapping/>
  </p:clrMapOvr>
</p:notes>
</file>

<file path=ppt/notesSlides/notesSlide6.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168"/>
        <p:cNvGrpSpPr/>
        <p:nvPr/>
      </p:nvGrpSpPr>
      <p:grpSpPr>
        <a:xfrm>
          <a:off x="0" y="0"/>
          <a:ext cx="0" cy="0"/>
          <a:chOff x="0" y="0"/>
          <a:chExt cx="0" cy="0"/>
        </a:xfrm>
      </p:grpSpPr>
      <p:sp>
        <p:nvSpPr>
          <p:cNvPr id="169" name="Google Shape;169;p6:notes"/>
          <p:cNvSpPr txBox="1">
            <a:spLocks noGrp="1"/>
          </p:cNvSpPr>
          <p:nvPr>
            <p:ph type="body" idx="1"/>
          </p:nvPr>
        </p:nvSpPr>
        <p:spPr>
          <a:xfrm>
            <a:off x="685800" y="4343400"/>
            <a:ext cx="5486400" cy="4114800"/>
          </a:xfrm>
          <a:prstGeom prst="rect">
            <a:avLst/>
          </a:prstGeom>
        </p:spPr>
        <p:txBody>
          <a:bodyPr spcFirstLastPara="1" wrap="square" lIns="91425" tIns="91425" rIns="91425" bIns="91425" anchor="t" anchorCtr="0">
            <a:noAutofit/>
          </a:bodyPr>
          <a:lstStyle/>
          <a:p>
            <a:pPr marL="0" lvl="0" indent="0" algn="l" rtl="0">
              <a:spcBef>
                <a:spcPts val="0"/>
              </a:spcBef>
              <a:spcAft>
                <a:spcPts val="0"/>
              </a:spcAft>
              <a:buNone/>
            </a:pPr>
            <a:endParaRPr/>
          </a:p>
        </p:txBody>
      </p:sp>
      <p:sp>
        <p:nvSpPr>
          <p:cNvPr id="170" name="Google Shape;170;p6:notes"/>
          <p:cNvSpPr>
            <a:spLocks noGrp="1" noRot="1" noChangeAspect="1"/>
          </p:cNvSpPr>
          <p:nvPr>
            <p:ph type="sldImg" idx="2"/>
          </p:nvPr>
        </p:nvSpPr>
        <p:spPr>
          <a:xfrm>
            <a:off x="1143225" y="685800"/>
            <a:ext cx="4572225" cy="3429000"/>
          </a:xfrm>
          <a:custGeom>
            <a:avLst/>
            <a:gdLst/>
            <a:ahLst/>
            <a:cxnLst/>
            <a:rect l="l" t="t" r="r" b="b"/>
            <a:pathLst>
              <a:path w="120000" h="120000" extrusionOk="0">
                <a:moveTo>
                  <a:pt x="0" y="0"/>
                </a:moveTo>
                <a:lnTo>
                  <a:pt x="120000" y="0"/>
                </a:lnTo>
                <a:lnTo>
                  <a:pt x="120000" y="120000"/>
                </a:lnTo>
                <a:lnTo>
                  <a:pt x="0" y="120000"/>
                </a:lnTo>
                <a:close/>
              </a:path>
            </a:pathLst>
          </a:custGeom>
        </p:spPr>
      </p:sp>
    </p:spTree>
  </p:cSld>
  <p:clrMapOvr>
    <a:masterClrMapping/>
  </p:clrMapOvr>
</p:notes>
</file>

<file path=ppt/notesSlides/notesSlide7.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174"/>
        <p:cNvGrpSpPr/>
        <p:nvPr/>
      </p:nvGrpSpPr>
      <p:grpSpPr>
        <a:xfrm>
          <a:off x="0" y="0"/>
          <a:ext cx="0" cy="0"/>
          <a:chOff x="0" y="0"/>
          <a:chExt cx="0" cy="0"/>
        </a:xfrm>
      </p:grpSpPr>
      <p:sp>
        <p:nvSpPr>
          <p:cNvPr id="175" name="Google Shape;175;p7:notes"/>
          <p:cNvSpPr txBox="1">
            <a:spLocks noGrp="1"/>
          </p:cNvSpPr>
          <p:nvPr>
            <p:ph type="body" idx="1"/>
          </p:nvPr>
        </p:nvSpPr>
        <p:spPr>
          <a:xfrm>
            <a:off x="685800" y="4343400"/>
            <a:ext cx="5486400" cy="4114800"/>
          </a:xfrm>
          <a:prstGeom prst="rect">
            <a:avLst/>
          </a:prstGeom>
        </p:spPr>
        <p:txBody>
          <a:bodyPr spcFirstLastPara="1" wrap="square" lIns="91425" tIns="91425" rIns="91425" bIns="91425" anchor="t" anchorCtr="0">
            <a:noAutofit/>
          </a:bodyPr>
          <a:lstStyle/>
          <a:p>
            <a:pPr marL="0" lvl="0" indent="0" algn="l" rtl="0">
              <a:spcBef>
                <a:spcPts val="0"/>
              </a:spcBef>
              <a:spcAft>
                <a:spcPts val="0"/>
              </a:spcAft>
              <a:buNone/>
            </a:pPr>
            <a:endParaRPr/>
          </a:p>
        </p:txBody>
      </p:sp>
      <p:sp>
        <p:nvSpPr>
          <p:cNvPr id="176" name="Google Shape;176;p7:notes"/>
          <p:cNvSpPr>
            <a:spLocks noGrp="1" noRot="1" noChangeAspect="1"/>
          </p:cNvSpPr>
          <p:nvPr>
            <p:ph type="sldImg" idx="2"/>
          </p:nvPr>
        </p:nvSpPr>
        <p:spPr>
          <a:xfrm>
            <a:off x="1143225" y="685800"/>
            <a:ext cx="4572225" cy="3429000"/>
          </a:xfrm>
          <a:custGeom>
            <a:avLst/>
            <a:gdLst/>
            <a:ahLst/>
            <a:cxnLst/>
            <a:rect l="l" t="t" r="r" b="b"/>
            <a:pathLst>
              <a:path w="120000" h="120000" extrusionOk="0">
                <a:moveTo>
                  <a:pt x="0" y="0"/>
                </a:moveTo>
                <a:lnTo>
                  <a:pt x="120000" y="0"/>
                </a:lnTo>
                <a:lnTo>
                  <a:pt x="120000" y="120000"/>
                </a:lnTo>
                <a:lnTo>
                  <a:pt x="0" y="120000"/>
                </a:lnTo>
                <a:close/>
              </a:path>
            </a:pathLst>
          </a:custGeom>
        </p:spPr>
      </p:sp>
    </p:spTree>
  </p:cSld>
  <p:clrMapOvr>
    <a:masterClrMapping/>
  </p:clrMapOvr>
</p:notes>
</file>

<file path=ppt/notesSlides/notesSlide8.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179"/>
        <p:cNvGrpSpPr/>
        <p:nvPr/>
      </p:nvGrpSpPr>
      <p:grpSpPr>
        <a:xfrm>
          <a:off x="0" y="0"/>
          <a:ext cx="0" cy="0"/>
          <a:chOff x="0" y="0"/>
          <a:chExt cx="0" cy="0"/>
        </a:xfrm>
      </p:grpSpPr>
      <p:sp>
        <p:nvSpPr>
          <p:cNvPr id="180" name="Google Shape;180;p8:notes"/>
          <p:cNvSpPr txBox="1">
            <a:spLocks noGrp="1"/>
          </p:cNvSpPr>
          <p:nvPr>
            <p:ph type="body" idx="1"/>
          </p:nvPr>
        </p:nvSpPr>
        <p:spPr>
          <a:xfrm>
            <a:off x="685800" y="4343400"/>
            <a:ext cx="5486400" cy="4114800"/>
          </a:xfrm>
          <a:prstGeom prst="rect">
            <a:avLst/>
          </a:prstGeom>
        </p:spPr>
        <p:txBody>
          <a:bodyPr spcFirstLastPara="1" wrap="square" lIns="91425" tIns="91425" rIns="91425" bIns="91425" anchor="t" anchorCtr="0">
            <a:noAutofit/>
          </a:bodyPr>
          <a:lstStyle/>
          <a:p>
            <a:pPr marL="0" lvl="0" indent="0" algn="l" rtl="0">
              <a:spcBef>
                <a:spcPts val="0"/>
              </a:spcBef>
              <a:spcAft>
                <a:spcPts val="0"/>
              </a:spcAft>
              <a:buNone/>
            </a:pPr>
            <a:endParaRPr/>
          </a:p>
        </p:txBody>
      </p:sp>
      <p:sp>
        <p:nvSpPr>
          <p:cNvPr id="181" name="Google Shape;181;p8:notes"/>
          <p:cNvSpPr>
            <a:spLocks noGrp="1" noRot="1" noChangeAspect="1"/>
          </p:cNvSpPr>
          <p:nvPr>
            <p:ph type="sldImg" idx="2"/>
          </p:nvPr>
        </p:nvSpPr>
        <p:spPr>
          <a:xfrm>
            <a:off x="1143225" y="685800"/>
            <a:ext cx="4572225" cy="3429000"/>
          </a:xfrm>
          <a:custGeom>
            <a:avLst/>
            <a:gdLst/>
            <a:ahLst/>
            <a:cxnLst/>
            <a:rect l="l" t="t" r="r" b="b"/>
            <a:pathLst>
              <a:path w="120000" h="120000" extrusionOk="0">
                <a:moveTo>
                  <a:pt x="0" y="0"/>
                </a:moveTo>
                <a:lnTo>
                  <a:pt x="120000" y="0"/>
                </a:lnTo>
                <a:lnTo>
                  <a:pt x="120000" y="120000"/>
                </a:lnTo>
                <a:lnTo>
                  <a:pt x="0" y="120000"/>
                </a:lnTo>
                <a:close/>
              </a:path>
            </a:pathLst>
          </a:custGeom>
        </p:spPr>
      </p:sp>
    </p:spTree>
  </p:cSld>
  <p:clrMapOvr>
    <a:masterClrMapping/>
  </p:clrMapOvr>
</p:notes>
</file>

<file path=ppt/notesSlides/notesSlide9.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185"/>
        <p:cNvGrpSpPr/>
        <p:nvPr/>
      </p:nvGrpSpPr>
      <p:grpSpPr>
        <a:xfrm>
          <a:off x="0" y="0"/>
          <a:ext cx="0" cy="0"/>
          <a:chOff x="0" y="0"/>
          <a:chExt cx="0" cy="0"/>
        </a:xfrm>
      </p:grpSpPr>
      <p:sp>
        <p:nvSpPr>
          <p:cNvPr id="186" name="Google Shape;186;p9:notes"/>
          <p:cNvSpPr txBox="1">
            <a:spLocks noGrp="1"/>
          </p:cNvSpPr>
          <p:nvPr>
            <p:ph type="body" idx="1"/>
          </p:nvPr>
        </p:nvSpPr>
        <p:spPr>
          <a:xfrm>
            <a:off x="685800" y="4343400"/>
            <a:ext cx="5486400" cy="4114800"/>
          </a:xfrm>
          <a:prstGeom prst="rect">
            <a:avLst/>
          </a:prstGeom>
        </p:spPr>
        <p:txBody>
          <a:bodyPr spcFirstLastPara="1" wrap="square" lIns="91425" tIns="91425" rIns="91425" bIns="91425" anchor="t" anchorCtr="0">
            <a:noAutofit/>
          </a:bodyPr>
          <a:lstStyle/>
          <a:p>
            <a:pPr marL="0" lvl="0" indent="0" algn="l" rtl="0">
              <a:spcBef>
                <a:spcPts val="0"/>
              </a:spcBef>
              <a:spcAft>
                <a:spcPts val="0"/>
              </a:spcAft>
              <a:buNone/>
            </a:pPr>
            <a:endParaRPr/>
          </a:p>
        </p:txBody>
      </p:sp>
      <p:sp>
        <p:nvSpPr>
          <p:cNvPr id="187" name="Google Shape;187;p9:notes"/>
          <p:cNvSpPr>
            <a:spLocks noGrp="1" noRot="1" noChangeAspect="1"/>
          </p:cNvSpPr>
          <p:nvPr>
            <p:ph type="sldImg" idx="2"/>
          </p:nvPr>
        </p:nvSpPr>
        <p:spPr>
          <a:xfrm>
            <a:off x="1143225" y="685800"/>
            <a:ext cx="4572225" cy="3429000"/>
          </a:xfrm>
          <a:custGeom>
            <a:avLst/>
            <a:gdLst/>
            <a:ahLst/>
            <a:cxnLst/>
            <a:rect l="l" t="t" r="r" b="b"/>
            <a:pathLst>
              <a:path w="120000" h="120000" extrusionOk="0">
                <a:moveTo>
                  <a:pt x="0" y="0"/>
                </a:moveTo>
                <a:lnTo>
                  <a:pt x="120000" y="0"/>
                </a:lnTo>
                <a:lnTo>
                  <a:pt x="120000" y="120000"/>
                </a:lnTo>
                <a:lnTo>
                  <a:pt x="0" y="120000"/>
                </a:lnTo>
                <a:close/>
              </a:path>
            </a:pathLst>
          </a:custGeom>
        </p:spPr>
      </p:sp>
    </p:spTree>
  </p:cSld>
  <p:clrMapOvr>
    <a:masterClrMapping/>
  </p:clrMapOvr>
</p:notes>
</file>

<file path=ppt/notesSlides/notesSlide10.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192"/>
        <p:cNvGrpSpPr/>
        <p:nvPr/>
      </p:nvGrpSpPr>
      <p:grpSpPr>
        <a:xfrm>
          <a:off x="0" y="0"/>
          <a:ext cx="0" cy="0"/>
          <a:chOff x="0" y="0"/>
          <a:chExt cx="0" cy="0"/>
        </a:xfrm>
      </p:grpSpPr>
      <p:sp>
        <p:nvSpPr>
          <p:cNvPr id="193" name="Google Shape;193;p10:notes"/>
          <p:cNvSpPr txBox="1">
            <a:spLocks noGrp="1"/>
          </p:cNvSpPr>
          <p:nvPr>
            <p:ph type="body" idx="1"/>
          </p:nvPr>
        </p:nvSpPr>
        <p:spPr>
          <a:xfrm>
            <a:off x="685800" y="4343400"/>
            <a:ext cx="5486400" cy="4114800"/>
          </a:xfrm>
          <a:prstGeom prst="rect">
            <a:avLst/>
          </a:prstGeom>
        </p:spPr>
        <p:txBody>
          <a:bodyPr spcFirstLastPara="1" wrap="square" lIns="91425" tIns="91425" rIns="91425" bIns="91425" anchor="t" anchorCtr="0">
            <a:noAutofit/>
          </a:bodyPr>
          <a:lstStyle/>
          <a:p>
            <a:pPr marL="0" lvl="0" indent="0" algn="l" rtl="0">
              <a:spcBef>
                <a:spcPts val="0"/>
              </a:spcBef>
              <a:spcAft>
                <a:spcPts val="0"/>
              </a:spcAft>
              <a:buNone/>
            </a:pPr>
            <a:endParaRPr/>
          </a:p>
        </p:txBody>
      </p:sp>
      <p:sp>
        <p:nvSpPr>
          <p:cNvPr id="194" name="Google Shape;194;p10:notes"/>
          <p:cNvSpPr>
            <a:spLocks noGrp="1" noRot="1" noChangeAspect="1"/>
          </p:cNvSpPr>
          <p:nvPr>
            <p:ph type="sldImg" idx="2"/>
          </p:nvPr>
        </p:nvSpPr>
        <p:spPr>
          <a:xfrm>
            <a:off x="1143225" y="685800"/>
            <a:ext cx="4572225" cy="3429000"/>
          </a:xfrm>
          <a:custGeom>
            <a:avLst/>
            <a:gdLst/>
            <a:ahLst/>
            <a:cxnLst/>
            <a:rect l="l" t="t" r="r" b="b"/>
            <a:pathLst>
              <a:path w="120000" h="120000" extrusionOk="0">
                <a:moveTo>
                  <a:pt x="0" y="0"/>
                </a:moveTo>
                <a:lnTo>
                  <a:pt x="120000" y="0"/>
                </a:lnTo>
                <a:lnTo>
                  <a:pt x="120000" y="120000"/>
                </a:lnTo>
                <a:lnTo>
                  <a:pt x="0" y="120000"/>
                </a:lnTo>
                <a:close/>
              </a:path>
            </a:pathLst>
          </a:custGeom>
        </p:spPr>
      </p:sp>
    </p:spTree>
  </p:cSld>
  <p:clrMapOvr>
    <a:masterClrMapping/>
  </p:clrMapOvr>
</p:notes>
</file>

<file path=ppt/notesSlides/notesSlide11.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198"/>
        <p:cNvGrpSpPr/>
        <p:nvPr/>
      </p:nvGrpSpPr>
      <p:grpSpPr>
        <a:xfrm>
          <a:off x="0" y="0"/>
          <a:ext cx="0" cy="0"/>
          <a:chOff x="0" y="0"/>
          <a:chExt cx="0" cy="0"/>
        </a:xfrm>
      </p:grpSpPr>
      <p:sp>
        <p:nvSpPr>
          <p:cNvPr id="199" name="Google Shape;199;p11:notes"/>
          <p:cNvSpPr txBox="1">
            <a:spLocks noGrp="1"/>
          </p:cNvSpPr>
          <p:nvPr>
            <p:ph type="body" idx="1"/>
          </p:nvPr>
        </p:nvSpPr>
        <p:spPr>
          <a:xfrm>
            <a:off x="685800" y="4343400"/>
            <a:ext cx="5486400" cy="4114800"/>
          </a:xfrm>
          <a:prstGeom prst="rect">
            <a:avLst/>
          </a:prstGeom>
        </p:spPr>
        <p:txBody>
          <a:bodyPr spcFirstLastPara="1" wrap="square" lIns="91425" tIns="91425" rIns="91425" bIns="91425" anchor="t" anchorCtr="0">
            <a:noAutofit/>
          </a:bodyPr>
          <a:lstStyle/>
          <a:p>
            <a:pPr marL="0" lvl="0" indent="0" algn="l" rtl="0">
              <a:spcBef>
                <a:spcPts val="0"/>
              </a:spcBef>
              <a:spcAft>
                <a:spcPts val="0"/>
              </a:spcAft>
              <a:buNone/>
            </a:pPr>
            <a:endParaRPr/>
          </a:p>
        </p:txBody>
      </p:sp>
      <p:sp>
        <p:nvSpPr>
          <p:cNvPr id="200" name="Google Shape;200;p11:notes"/>
          <p:cNvSpPr>
            <a:spLocks noGrp="1" noRot="1" noChangeAspect="1"/>
          </p:cNvSpPr>
          <p:nvPr>
            <p:ph type="sldImg" idx="2"/>
          </p:nvPr>
        </p:nvSpPr>
        <p:spPr>
          <a:xfrm>
            <a:off x="1143225" y="685800"/>
            <a:ext cx="4572225" cy="3429000"/>
          </a:xfrm>
          <a:custGeom>
            <a:avLst/>
            <a:gdLst/>
            <a:ahLst/>
            <a:cxnLst/>
            <a:rect l="l" t="t" r="r" b="b"/>
            <a:pathLst>
              <a:path w="120000" h="120000" extrusionOk="0">
                <a:moveTo>
                  <a:pt x="0" y="0"/>
                </a:moveTo>
                <a:lnTo>
                  <a:pt x="120000" y="0"/>
                </a:lnTo>
                <a:lnTo>
                  <a:pt x="120000" y="120000"/>
                </a:lnTo>
                <a:lnTo>
                  <a:pt x="0" y="120000"/>
                </a:lnTo>
                <a:close/>
              </a:path>
            </a:pathLst>
          </a:custGeom>
        </p:spPr>
      </p:sp>
    </p:spTree>
  </p:cSld>
  <p:clrMapOvr>
    <a:masterClrMapping/>
  </p:clrMapOvr>
</p:notes>
</file>

<file path=ppt/notesSlides/notesSlide12.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204"/>
        <p:cNvGrpSpPr/>
        <p:nvPr/>
      </p:nvGrpSpPr>
      <p:grpSpPr>
        <a:xfrm>
          <a:off x="0" y="0"/>
          <a:ext cx="0" cy="0"/>
          <a:chOff x="0" y="0"/>
          <a:chExt cx="0" cy="0"/>
        </a:xfrm>
      </p:grpSpPr>
      <p:sp>
        <p:nvSpPr>
          <p:cNvPr id="205" name="Google Shape;205;p12:notes"/>
          <p:cNvSpPr txBox="1">
            <a:spLocks noGrp="1"/>
          </p:cNvSpPr>
          <p:nvPr>
            <p:ph type="body" idx="1"/>
          </p:nvPr>
        </p:nvSpPr>
        <p:spPr>
          <a:xfrm>
            <a:off x="685800" y="4343400"/>
            <a:ext cx="5486400" cy="4114800"/>
          </a:xfrm>
          <a:prstGeom prst="rect">
            <a:avLst/>
          </a:prstGeom>
        </p:spPr>
        <p:txBody>
          <a:bodyPr spcFirstLastPara="1" wrap="square" lIns="91425" tIns="91425" rIns="91425" bIns="91425" anchor="t" anchorCtr="0">
            <a:noAutofit/>
          </a:bodyPr>
          <a:lstStyle/>
          <a:p>
            <a:pPr marL="0" lvl="0" indent="0" algn="l" rtl="0">
              <a:spcBef>
                <a:spcPts val="0"/>
              </a:spcBef>
              <a:spcAft>
                <a:spcPts val="0"/>
              </a:spcAft>
              <a:buNone/>
            </a:pPr>
            <a:endParaRPr/>
          </a:p>
        </p:txBody>
      </p:sp>
      <p:sp>
        <p:nvSpPr>
          <p:cNvPr id="206" name="Google Shape;206;p12:notes"/>
          <p:cNvSpPr>
            <a:spLocks noGrp="1" noRot="1" noChangeAspect="1"/>
          </p:cNvSpPr>
          <p:nvPr>
            <p:ph type="sldImg" idx="2"/>
          </p:nvPr>
        </p:nvSpPr>
        <p:spPr>
          <a:xfrm>
            <a:off x="1143225" y="685800"/>
            <a:ext cx="4572225" cy="3429000"/>
          </a:xfrm>
          <a:custGeom>
            <a:avLst/>
            <a:gdLst/>
            <a:ahLst/>
            <a:cxnLst/>
            <a:rect l="l" t="t" r="r" b="b"/>
            <a:pathLst>
              <a:path w="120000" h="120000" extrusionOk="0">
                <a:moveTo>
                  <a:pt x="0" y="0"/>
                </a:moveTo>
                <a:lnTo>
                  <a:pt x="120000" y="0"/>
                </a:lnTo>
                <a:lnTo>
                  <a:pt x="120000" y="120000"/>
                </a:lnTo>
                <a:lnTo>
                  <a:pt x="0" y="120000"/>
                </a:lnTo>
                <a:close/>
              </a:path>
            </a:pathLst>
          </a:custGeom>
        </p:spPr>
      </p:sp>
    </p:spTree>
  </p:cSld>
  <p:clrMapOvr>
    <a:masterClrMapping/>
  </p:clrMapOvr>
</p:notes>
</file>

<file path=ppt/notesSlides/notesSlide13.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210"/>
        <p:cNvGrpSpPr/>
        <p:nvPr/>
      </p:nvGrpSpPr>
      <p:grpSpPr>
        <a:xfrm>
          <a:off x="0" y="0"/>
          <a:ext cx="0" cy="0"/>
          <a:chOff x="0" y="0"/>
          <a:chExt cx="0" cy="0"/>
        </a:xfrm>
      </p:grpSpPr>
      <p:sp>
        <p:nvSpPr>
          <p:cNvPr id="211" name="Google Shape;211;p13:notes"/>
          <p:cNvSpPr txBox="1">
            <a:spLocks noGrp="1"/>
          </p:cNvSpPr>
          <p:nvPr>
            <p:ph type="body" idx="1"/>
          </p:nvPr>
        </p:nvSpPr>
        <p:spPr>
          <a:xfrm>
            <a:off x="685800" y="4343400"/>
            <a:ext cx="5486400" cy="4114800"/>
          </a:xfrm>
          <a:prstGeom prst="rect">
            <a:avLst/>
          </a:prstGeom>
        </p:spPr>
        <p:txBody>
          <a:bodyPr spcFirstLastPara="1" wrap="square" lIns="91425" tIns="91425" rIns="91425" bIns="91425" anchor="t" anchorCtr="0">
            <a:noAutofit/>
          </a:bodyPr>
          <a:lstStyle/>
          <a:p>
            <a:pPr marL="0" lvl="0" indent="0" algn="l" rtl="0">
              <a:spcBef>
                <a:spcPts val="0"/>
              </a:spcBef>
              <a:spcAft>
                <a:spcPts val="0"/>
              </a:spcAft>
              <a:buNone/>
            </a:pPr>
            <a:endParaRPr/>
          </a:p>
        </p:txBody>
      </p:sp>
      <p:sp>
        <p:nvSpPr>
          <p:cNvPr id="212" name="Google Shape;212;p13:notes"/>
          <p:cNvSpPr>
            <a:spLocks noGrp="1" noRot="1" noChangeAspect="1"/>
          </p:cNvSpPr>
          <p:nvPr>
            <p:ph type="sldImg" idx="2"/>
          </p:nvPr>
        </p:nvSpPr>
        <p:spPr>
          <a:xfrm>
            <a:off x="1143225" y="685800"/>
            <a:ext cx="4572225" cy="3429000"/>
          </a:xfrm>
          <a:custGeom>
            <a:avLst/>
            <a:gdLst/>
            <a:ahLst/>
            <a:cxnLst/>
            <a:rect l="l" t="t" r="r" b="b"/>
            <a:pathLst>
              <a:path w="120000" h="120000" extrusionOk="0">
                <a:moveTo>
                  <a:pt x="0" y="0"/>
                </a:moveTo>
                <a:lnTo>
                  <a:pt x="120000" y="0"/>
                </a:lnTo>
                <a:lnTo>
                  <a:pt x="120000" y="120000"/>
                </a:lnTo>
                <a:lnTo>
                  <a:pt x="0" y="120000"/>
                </a:lnTo>
                <a:close/>
              </a:path>
            </a:pathLst>
          </a:custGeom>
        </p:spPr>
      </p:sp>
    </p:spTree>
  </p:cSld>
  <p:clrMapOvr>
    <a:masterClrMapping/>
  </p:clrMapOvr>
</p:notes>
</file>

<file path=ppt/notesSlides/notesSlide14.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216"/>
        <p:cNvGrpSpPr/>
        <p:nvPr/>
      </p:nvGrpSpPr>
      <p:grpSpPr>
        <a:xfrm>
          <a:off x="0" y="0"/>
          <a:ext cx="0" cy="0"/>
          <a:chOff x="0" y="0"/>
          <a:chExt cx="0" cy="0"/>
        </a:xfrm>
      </p:grpSpPr>
      <p:sp>
        <p:nvSpPr>
          <p:cNvPr id="217" name="Google Shape;217;p14:notes"/>
          <p:cNvSpPr txBox="1">
            <a:spLocks noGrp="1"/>
          </p:cNvSpPr>
          <p:nvPr>
            <p:ph type="body" idx="1"/>
          </p:nvPr>
        </p:nvSpPr>
        <p:spPr>
          <a:xfrm>
            <a:off x="685800" y="4343400"/>
            <a:ext cx="5486400" cy="4114800"/>
          </a:xfrm>
          <a:prstGeom prst="rect">
            <a:avLst/>
          </a:prstGeom>
        </p:spPr>
        <p:txBody>
          <a:bodyPr spcFirstLastPara="1" wrap="square" lIns="91425" tIns="91425" rIns="91425" bIns="91425" anchor="t" anchorCtr="0">
            <a:noAutofit/>
          </a:bodyPr>
          <a:lstStyle/>
          <a:p>
            <a:pPr marL="0" lvl="0" indent="0" algn="l" rtl="0">
              <a:spcBef>
                <a:spcPts val="0"/>
              </a:spcBef>
              <a:spcAft>
                <a:spcPts val="0"/>
              </a:spcAft>
              <a:buNone/>
            </a:pPr>
            <a:endParaRPr/>
          </a:p>
        </p:txBody>
      </p:sp>
      <p:sp>
        <p:nvSpPr>
          <p:cNvPr id="218" name="Google Shape;218;p14:notes"/>
          <p:cNvSpPr>
            <a:spLocks noGrp="1" noRot="1" noChangeAspect="1"/>
          </p:cNvSpPr>
          <p:nvPr>
            <p:ph type="sldImg" idx="2"/>
          </p:nvPr>
        </p:nvSpPr>
        <p:spPr>
          <a:xfrm>
            <a:off x="1143225" y="685800"/>
            <a:ext cx="4572225" cy="3429000"/>
          </a:xfrm>
          <a:custGeom>
            <a:avLst/>
            <a:gdLst/>
            <a:ahLst/>
            <a:cxnLst/>
            <a:rect l="l" t="t" r="r" b="b"/>
            <a:pathLst>
              <a:path w="120000" h="120000" extrusionOk="0">
                <a:moveTo>
                  <a:pt x="0" y="0"/>
                </a:moveTo>
                <a:lnTo>
                  <a:pt x="120000" y="0"/>
                </a:lnTo>
                <a:lnTo>
                  <a:pt x="120000" y="120000"/>
                </a:lnTo>
                <a:lnTo>
                  <a:pt x="0" y="120000"/>
                </a:lnTo>
                <a:close/>
              </a:path>
            </a:pathLst>
          </a:custGeom>
        </p:spPr>
      </p:sp>
    </p:spTree>
  </p:cSld>
  <p:clrMapOvr>
    <a:masterClrMapping/>
  </p:clrMapOvr>
</p:notes>
</file>

<file path=ppt/notesSlides/notesSlide15.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222"/>
        <p:cNvGrpSpPr/>
        <p:nvPr/>
      </p:nvGrpSpPr>
      <p:grpSpPr>
        <a:xfrm>
          <a:off x="0" y="0"/>
          <a:ext cx="0" cy="0"/>
          <a:chOff x="0" y="0"/>
          <a:chExt cx="0" cy="0"/>
        </a:xfrm>
      </p:grpSpPr>
      <p:sp>
        <p:nvSpPr>
          <p:cNvPr id="223" name="Google Shape;223;p15:notes"/>
          <p:cNvSpPr txBox="1">
            <a:spLocks noGrp="1"/>
          </p:cNvSpPr>
          <p:nvPr>
            <p:ph type="body" idx="1"/>
          </p:nvPr>
        </p:nvSpPr>
        <p:spPr>
          <a:xfrm>
            <a:off x="685800" y="4343400"/>
            <a:ext cx="5486400" cy="4114800"/>
          </a:xfrm>
          <a:prstGeom prst="rect">
            <a:avLst/>
          </a:prstGeom>
        </p:spPr>
        <p:txBody>
          <a:bodyPr spcFirstLastPara="1" wrap="square" lIns="91425" tIns="91425" rIns="91425" bIns="91425" anchor="t" anchorCtr="0">
            <a:noAutofit/>
          </a:bodyPr>
          <a:lstStyle/>
          <a:p>
            <a:pPr marL="0" lvl="0" indent="0" algn="l" rtl="0">
              <a:spcBef>
                <a:spcPts val="0"/>
              </a:spcBef>
              <a:spcAft>
                <a:spcPts val="0"/>
              </a:spcAft>
              <a:buNone/>
            </a:pPr>
            <a:endParaRPr/>
          </a:p>
        </p:txBody>
      </p:sp>
      <p:sp>
        <p:nvSpPr>
          <p:cNvPr id="224" name="Google Shape;224;p15:notes"/>
          <p:cNvSpPr>
            <a:spLocks noGrp="1" noRot="1" noChangeAspect="1"/>
          </p:cNvSpPr>
          <p:nvPr>
            <p:ph type="sldImg" idx="2"/>
          </p:nvPr>
        </p:nvSpPr>
        <p:spPr>
          <a:xfrm>
            <a:off x="1143225" y="685800"/>
            <a:ext cx="4572225" cy="3429000"/>
          </a:xfrm>
          <a:custGeom>
            <a:avLst/>
            <a:gdLst/>
            <a:ahLst/>
            <a:cxnLst/>
            <a:rect l="l" t="t" r="r" b="b"/>
            <a:pathLst>
              <a:path w="120000" h="120000" extrusionOk="0">
                <a:moveTo>
                  <a:pt x="0" y="0"/>
                </a:moveTo>
                <a:lnTo>
                  <a:pt x="120000" y="0"/>
                </a:lnTo>
                <a:lnTo>
                  <a:pt x="120000" y="120000"/>
                </a:lnTo>
                <a:lnTo>
                  <a:pt x="0" y="120000"/>
                </a:lnTo>
                <a:close/>
              </a:path>
            </a:pathLst>
          </a:custGeom>
        </p:spPr>
      </p:sp>
    </p:spTree>
  </p:cSld>
  <p:clrMapOvr>
    <a:masterClrMapping/>
  </p:clrMapOvr>
</p:notes>
</file>

<file path=ppt/notesSlides/notesSlide16.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228"/>
        <p:cNvGrpSpPr/>
        <p:nvPr/>
      </p:nvGrpSpPr>
      <p:grpSpPr>
        <a:xfrm>
          <a:off x="0" y="0"/>
          <a:ext cx="0" cy="0"/>
          <a:chOff x="0" y="0"/>
          <a:chExt cx="0" cy="0"/>
        </a:xfrm>
      </p:grpSpPr>
      <p:sp>
        <p:nvSpPr>
          <p:cNvPr id="229" name="Google Shape;229;p16:notes"/>
          <p:cNvSpPr txBox="1">
            <a:spLocks noGrp="1"/>
          </p:cNvSpPr>
          <p:nvPr>
            <p:ph type="body" idx="1"/>
          </p:nvPr>
        </p:nvSpPr>
        <p:spPr>
          <a:xfrm>
            <a:off x="685800" y="4343400"/>
            <a:ext cx="5486400" cy="4114800"/>
          </a:xfrm>
          <a:prstGeom prst="rect">
            <a:avLst/>
          </a:prstGeom>
        </p:spPr>
        <p:txBody>
          <a:bodyPr spcFirstLastPara="1" wrap="square" lIns="91425" tIns="91425" rIns="91425" bIns="91425" anchor="t" anchorCtr="0">
            <a:noAutofit/>
          </a:bodyPr>
          <a:lstStyle/>
          <a:p>
            <a:pPr marL="0" lvl="0" indent="0" algn="l" rtl="0">
              <a:spcBef>
                <a:spcPts val="0"/>
              </a:spcBef>
              <a:spcAft>
                <a:spcPts val="0"/>
              </a:spcAft>
              <a:buNone/>
            </a:pPr>
            <a:endParaRPr/>
          </a:p>
        </p:txBody>
      </p:sp>
      <p:sp>
        <p:nvSpPr>
          <p:cNvPr id="230" name="Google Shape;230;p16:notes"/>
          <p:cNvSpPr>
            <a:spLocks noGrp="1" noRot="1" noChangeAspect="1"/>
          </p:cNvSpPr>
          <p:nvPr>
            <p:ph type="sldImg" idx="2"/>
          </p:nvPr>
        </p:nvSpPr>
        <p:spPr>
          <a:xfrm>
            <a:off x="1143225" y="685800"/>
            <a:ext cx="4572225" cy="3429000"/>
          </a:xfrm>
          <a:custGeom>
            <a:avLst/>
            <a:gdLst/>
            <a:ahLst/>
            <a:cxnLst/>
            <a:rect l="l" t="t" r="r" b="b"/>
            <a:pathLst>
              <a:path w="120000" h="120000" extrusionOk="0">
                <a:moveTo>
                  <a:pt x="0" y="0"/>
                </a:moveTo>
                <a:lnTo>
                  <a:pt x="120000" y="0"/>
                </a:lnTo>
                <a:lnTo>
                  <a:pt x="120000" y="120000"/>
                </a:lnTo>
                <a:lnTo>
                  <a:pt x="0" y="120000"/>
                </a:lnTo>
                <a:close/>
              </a:path>
            </a:pathLst>
          </a:custGeom>
        </p:spPr>
      </p:sp>
    </p:spTree>
  </p:cSld>
  <p:clrMapOvr>
    <a:masterClrMapping/>
  </p:clrMapOvr>
</p:notes>
</file>

<file path=ppt/notesSlides/notesSlide17.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234"/>
        <p:cNvGrpSpPr/>
        <p:nvPr/>
      </p:nvGrpSpPr>
      <p:grpSpPr>
        <a:xfrm>
          <a:off x="0" y="0"/>
          <a:ext cx="0" cy="0"/>
          <a:chOff x="0" y="0"/>
          <a:chExt cx="0" cy="0"/>
        </a:xfrm>
      </p:grpSpPr>
      <p:sp>
        <p:nvSpPr>
          <p:cNvPr id="235" name="Google Shape;235;p17:notes"/>
          <p:cNvSpPr txBox="1">
            <a:spLocks noGrp="1"/>
          </p:cNvSpPr>
          <p:nvPr>
            <p:ph type="body" idx="1"/>
          </p:nvPr>
        </p:nvSpPr>
        <p:spPr>
          <a:xfrm>
            <a:off x="685800" y="4343400"/>
            <a:ext cx="5486400" cy="4114800"/>
          </a:xfrm>
          <a:prstGeom prst="rect">
            <a:avLst/>
          </a:prstGeom>
        </p:spPr>
        <p:txBody>
          <a:bodyPr spcFirstLastPara="1" wrap="square" lIns="91425" tIns="91425" rIns="91425" bIns="91425" anchor="t" anchorCtr="0">
            <a:noAutofit/>
          </a:bodyPr>
          <a:lstStyle/>
          <a:p>
            <a:pPr marL="0" lvl="0" indent="0" algn="l" rtl="0">
              <a:spcBef>
                <a:spcPts val="0"/>
              </a:spcBef>
              <a:spcAft>
                <a:spcPts val="0"/>
              </a:spcAft>
              <a:buNone/>
            </a:pPr>
            <a:endParaRPr/>
          </a:p>
        </p:txBody>
      </p:sp>
      <p:sp>
        <p:nvSpPr>
          <p:cNvPr id="236" name="Google Shape;236;p17:notes"/>
          <p:cNvSpPr>
            <a:spLocks noGrp="1" noRot="1" noChangeAspect="1"/>
          </p:cNvSpPr>
          <p:nvPr>
            <p:ph type="sldImg" idx="2"/>
          </p:nvPr>
        </p:nvSpPr>
        <p:spPr>
          <a:xfrm>
            <a:off x="1143225" y="685800"/>
            <a:ext cx="4572225" cy="3429000"/>
          </a:xfrm>
          <a:custGeom>
            <a:avLst/>
            <a:gdLst/>
            <a:ahLst/>
            <a:cxnLst/>
            <a:rect l="l" t="t" r="r" b="b"/>
            <a:pathLst>
              <a:path w="120000" h="120000" extrusionOk="0">
                <a:moveTo>
                  <a:pt x="0" y="0"/>
                </a:moveTo>
                <a:lnTo>
                  <a:pt x="120000" y="0"/>
                </a:lnTo>
                <a:lnTo>
                  <a:pt x="120000" y="120000"/>
                </a:lnTo>
                <a:lnTo>
                  <a:pt x="0" y="120000"/>
                </a:lnTo>
                <a:close/>
              </a:path>
            </a:pathLst>
          </a:custGeom>
        </p:spPr>
      </p:sp>
    </p:spTree>
  </p:cSld>
  <p:clrMapOvr>
    <a:masterClrMapping/>
  </p:clrMapOvr>
</p:notes>
</file>

<file path=ppt/notesSlides/notesSlide18.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240"/>
        <p:cNvGrpSpPr/>
        <p:nvPr/>
      </p:nvGrpSpPr>
      <p:grpSpPr>
        <a:xfrm>
          <a:off x="0" y="0"/>
          <a:ext cx="0" cy="0"/>
          <a:chOff x="0" y="0"/>
          <a:chExt cx="0" cy="0"/>
        </a:xfrm>
      </p:grpSpPr>
      <p:sp>
        <p:nvSpPr>
          <p:cNvPr id="241" name="Google Shape;241;p18:notes"/>
          <p:cNvSpPr txBox="1">
            <a:spLocks noGrp="1"/>
          </p:cNvSpPr>
          <p:nvPr>
            <p:ph type="body" idx="1"/>
          </p:nvPr>
        </p:nvSpPr>
        <p:spPr>
          <a:xfrm>
            <a:off x="685800" y="4343400"/>
            <a:ext cx="5486400" cy="4114800"/>
          </a:xfrm>
          <a:prstGeom prst="rect">
            <a:avLst/>
          </a:prstGeom>
        </p:spPr>
        <p:txBody>
          <a:bodyPr spcFirstLastPara="1" wrap="square" lIns="91425" tIns="91425" rIns="91425" bIns="91425" anchor="t" anchorCtr="0">
            <a:noAutofit/>
          </a:bodyPr>
          <a:lstStyle/>
          <a:p>
            <a:pPr marL="0" lvl="0" indent="0" algn="l" rtl="0">
              <a:spcBef>
                <a:spcPts val="0"/>
              </a:spcBef>
              <a:spcAft>
                <a:spcPts val="0"/>
              </a:spcAft>
              <a:buNone/>
            </a:pPr>
            <a:endParaRPr/>
          </a:p>
        </p:txBody>
      </p:sp>
      <p:sp>
        <p:nvSpPr>
          <p:cNvPr id="242" name="Google Shape;242;p18:notes"/>
          <p:cNvSpPr>
            <a:spLocks noGrp="1" noRot="1" noChangeAspect="1"/>
          </p:cNvSpPr>
          <p:nvPr>
            <p:ph type="sldImg" idx="2"/>
          </p:nvPr>
        </p:nvSpPr>
        <p:spPr>
          <a:xfrm>
            <a:off x="1143225" y="685800"/>
            <a:ext cx="4572225" cy="3429000"/>
          </a:xfrm>
          <a:custGeom>
            <a:avLst/>
            <a:gdLst/>
            <a:ahLst/>
            <a:cxnLst/>
            <a:rect l="l" t="t" r="r" b="b"/>
            <a:pathLst>
              <a:path w="120000" h="120000" extrusionOk="0">
                <a:moveTo>
                  <a:pt x="0" y="0"/>
                </a:moveTo>
                <a:lnTo>
                  <a:pt x="120000" y="0"/>
                </a:lnTo>
                <a:lnTo>
                  <a:pt x="120000" y="120000"/>
                </a:lnTo>
                <a:lnTo>
                  <a:pt x="0" y="120000"/>
                </a:lnTo>
                <a:close/>
              </a:path>
            </a:pathLst>
          </a:custGeom>
        </p:spPr>
      </p:sp>
    </p:spTree>
  </p:cSld>
  <p:clrMapOvr>
    <a:masterClrMapping/>
  </p:clrMapOvr>
</p:notes>
</file>

<file path=ppt/notesSlides/notesSlide19.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246"/>
        <p:cNvGrpSpPr/>
        <p:nvPr/>
      </p:nvGrpSpPr>
      <p:grpSpPr>
        <a:xfrm>
          <a:off x="0" y="0"/>
          <a:ext cx="0" cy="0"/>
          <a:chOff x="0" y="0"/>
          <a:chExt cx="0" cy="0"/>
        </a:xfrm>
      </p:grpSpPr>
      <p:sp>
        <p:nvSpPr>
          <p:cNvPr id="247" name="Google Shape;247;p19:notes"/>
          <p:cNvSpPr txBox="1">
            <a:spLocks noGrp="1"/>
          </p:cNvSpPr>
          <p:nvPr>
            <p:ph type="body" idx="1"/>
          </p:nvPr>
        </p:nvSpPr>
        <p:spPr>
          <a:xfrm>
            <a:off x="685800" y="4343400"/>
            <a:ext cx="5486400" cy="4114800"/>
          </a:xfrm>
          <a:prstGeom prst="rect">
            <a:avLst/>
          </a:prstGeom>
        </p:spPr>
        <p:txBody>
          <a:bodyPr spcFirstLastPara="1" wrap="square" lIns="91425" tIns="91425" rIns="91425" bIns="91425" anchor="t" anchorCtr="0">
            <a:noAutofit/>
          </a:bodyPr>
          <a:lstStyle/>
          <a:p>
            <a:pPr marL="0" lvl="0" indent="0" algn="l" rtl="0">
              <a:spcBef>
                <a:spcPts val="0"/>
              </a:spcBef>
              <a:spcAft>
                <a:spcPts val="0"/>
              </a:spcAft>
              <a:buNone/>
            </a:pPr>
            <a:endParaRPr/>
          </a:p>
        </p:txBody>
      </p:sp>
      <p:sp>
        <p:nvSpPr>
          <p:cNvPr id="248" name="Google Shape;248;p19:notes"/>
          <p:cNvSpPr>
            <a:spLocks noGrp="1" noRot="1" noChangeAspect="1"/>
          </p:cNvSpPr>
          <p:nvPr>
            <p:ph type="sldImg" idx="2"/>
          </p:nvPr>
        </p:nvSpPr>
        <p:spPr>
          <a:xfrm>
            <a:off x="1143225" y="685800"/>
            <a:ext cx="4572225" cy="3429000"/>
          </a:xfrm>
          <a:custGeom>
            <a:avLst/>
            <a:gdLst/>
            <a:ahLst/>
            <a:cxnLst/>
            <a:rect l="l" t="t" r="r" b="b"/>
            <a:pathLst>
              <a:path w="120000" h="120000" extrusionOk="0">
                <a:moveTo>
                  <a:pt x="0" y="0"/>
                </a:moveTo>
                <a:lnTo>
                  <a:pt x="120000" y="0"/>
                </a:lnTo>
                <a:lnTo>
                  <a:pt x="120000" y="120000"/>
                </a:lnTo>
                <a:lnTo>
                  <a:pt x="0" y="120000"/>
                </a:lnTo>
                <a:close/>
              </a:path>
            </a:pathLst>
          </a:custGeom>
        </p:spPr>
      </p:sp>
    </p:spTree>
  </p:cSld>
  <p:clrMapOvr>
    <a:masterClrMapping/>
  </p:clrMapOvr>
</p:notes>
</file>

<file path=ppt/notesSlides/notesSlide20.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252"/>
        <p:cNvGrpSpPr/>
        <p:nvPr/>
      </p:nvGrpSpPr>
      <p:grpSpPr>
        <a:xfrm>
          <a:off x="0" y="0"/>
          <a:ext cx="0" cy="0"/>
          <a:chOff x="0" y="0"/>
          <a:chExt cx="0" cy="0"/>
        </a:xfrm>
      </p:grpSpPr>
      <p:sp>
        <p:nvSpPr>
          <p:cNvPr id="253" name="Google Shape;253;p20:notes"/>
          <p:cNvSpPr txBox="1">
            <a:spLocks noGrp="1"/>
          </p:cNvSpPr>
          <p:nvPr>
            <p:ph type="body" idx="1"/>
          </p:nvPr>
        </p:nvSpPr>
        <p:spPr>
          <a:xfrm>
            <a:off x="685800" y="4343400"/>
            <a:ext cx="5486400" cy="4114800"/>
          </a:xfrm>
          <a:prstGeom prst="rect">
            <a:avLst/>
          </a:prstGeom>
        </p:spPr>
        <p:txBody>
          <a:bodyPr spcFirstLastPara="1" wrap="square" lIns="91425" tIns="91425" rIns="91425" bIns="91425" anchor="t" anchorCtr="0">
            <a:noAutofit/>
          </a:bodyPr>
          <a:lstStyle/>
          <a:p>
            <a:pPr marL="0" lvl="0" indent="0" algn="l" rtl="0">
              <a:spcBef>
                <a:spcPts val="0"/>
              </a:spcBef>
              <a:spcAft>
                <a:spcPts val="0"/>
              </a:spcAft>
              <a:buNone/>
            </a:pPr>
            <a:endParaRPr/>
          </a:p>
        </p:txBody>
      </p:sp>
      <p:sp>
        <p:nvSpPr>
          <p:cNvPr id="254" name="Google Shape;254;p20:notes"/>
          <p:cNvSpPr>
            <a:spLocks noGrp="1" noRot="1" noChangeAspect="1"/>
          </p:cNvSpPr>
          <p:nvPr>
            <p:ph type="sldImg" idx="2"/>
          </p:nvPr>
        </p:nvSpPr>
        <p:spPr>
          <a:xfrm>
            <a:off x="1143225" y="685800"/>
            <a:ext cx="4572225" cy="3429000"/>
          </a:xfrm>
          <a:custGeom>
            <a:avLst/>
            <a:gdLst/>
            <a:ahLst/>
            <a:cxnLst/>
            <a:rect l="l" t="t" r="r" b="b"/>
            <a:pathLst>
              <a:path w="120000" h="120000" extrusionOk="0">
                <a:moveTo>
                  <a:pt x="0" y="0"/>
                </a:moveTo>
                <a:lnTo>
                  <a:pt x="120000" y="0"/>
                </a:lnTo>
                <a:lnTo>
                  <a:pt x="120000" y="120000"/>
                </a:lnTo>
                <a:lnTo>
                  <a:pt x="0" y="120000"/>
                </a:lnTo>
                <a:close/>
              </a:path>
            </a:pathLst>
          </a:custGeom>
        </p:spPr>
      </p:sp>
    </p:spTree>
  </p:cSld>
  <p:clrMapOvr>
    <a:masterClrMapping/>
  </p:clrMapOvr>
</p:notes>
</file>

<file path=ppt/notesSlides/notesSlide21.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258"/>
        <p:cNvGrpSpPr/>
        <p:nvPr/>
      </p:nvGrpSpPr>
      <p:grpSpPr>
        <a:xfrm>
          <a:off x="0" y="0"/>
          <a:ext cx="0" cy="0"/>
          <a:chOff x="0" y="0"/>
          <a:chExt cx="0" cy="0"/>
        </a:xfrm>
      </p:grpSpPr>
      <p:sp>
        <p:nvSpPr>
          <p:cNvPr id="259" name="Google Shape;259;p21:notes"/>
          <p:cNvSpPr txBox="1">
            <a:spLocks noGrp="1"/>
          </p:cNvSpPr>
          <p:nvPr>
            <p:ph type="body" idx="1"/>
          </p:nvPr>
        </p:nvSpPr>
        <p:spPr>
          <a:xfrm>
            <a:off x="685800" y="4343400"/>
            <a:ext cx="5486400" cy="4114800"/>
          </a:xfrm>
          <a:prstGeom prst="rect">
            <a:avLst/>
          </a:prstGeom>
        </p:spPr>
        <p:txBody>
          <a:bodyPr spcFirstLastPara="1" wrap="square" lIns="91425" tIns="91425" rIns="91425" bIns="91425" anchor="t" anchorCtr="0">
            <a:noAutofit/>
          </a:bodyPr>
          <a:lstStyle/>
          <a:p>
            <a:pPr marL="0" lvl="0" indent="0" algn="l" rtl="0">
              <a:spcBef>
                <a:spcPts val="0"/>
              </a:spcBef>
              <a:spcAft>
                <a:spcPts val="0"/>
              </a:spcAft>
              <a:buNone/>
            </a:pPr>
            <a:endParaRPr/>
          </a:p>
        </p:txBody>
      </p:sp>
      <p:sp>
        <p:nvSpPr>
          <p:cNvPr id="260" name="Google Shape;260;p21:notes"/>
          <p:cNvSpPr>
            <a:spLocks noGrp="1" noRot="1" noChangeAspect="1"/>
          </p:cNvSpPr>
          <p:nvPr>
            <p:ph type="sldImg" idx="2"/>
          </p:nvPr>
        </p:nvSpPr>
        <p:spPr>
          <a:xfrm>
            <a:off x="1143225" y="685800"/>
            <a:ext cx="4572225" cy="3429000"/>
          </a:xfrm>
          <a:custGeom>
            <a:avLst/>
            <a:gdLst/>
            <a:ahLst/>
            <a:cxnLst/>
            <a:rect l="l" t="t" r="r" b="b"/>
            <a:pathLst>
              <a:path w="120000" h="120000" extrusionOk="0">
                <a:moveTo>
                  <a:pt x="0" y="0"/>
                </a:moveTo>
                <a:lnTo>
                  <a:pt x="120000" y="0"/>
                </a:lnTo>
                <a:lnTo>
                  <a:pt x="120000" y="120000"/>
                </a:lnTo>
                <a:lnTo>
                  <a:pt x="0" y="120000"/>
                </a:lnTo>
                <a:close/>
              </a:path>
            </a:pathLst>
          </a:custGeom>
        </p:spPr>
      </p:sp>
    </p:spTree>
  </p:cSld>
  <p:clrMapOvr>
    <a:masterClrMapping/>
  </p:clrMapOvr>
</p:notes>
</file>

<file path=ppt/notesSlides/notesSlide22.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266"/>
        <p:cNvGrpSpPr/>
        <p:nvPr/>
      </p:nvGrpSpPr>
      <p:grpSpPr>
        <a:xfrm>
          <a:off x="0" y="0"/>
          <a:ext cx="0" cy="0"/>
          <a:chOff x="0" y="0"/>
          <a:chExt cx="0" cy="0"/>
        </a:xfrm>
      </p:grpSpPr>
      <p:sp>
        <p:nvSpPr>
          <p:cNvPr id="267" name="Google Shape;267;p22:notes"/>
          <p:cNvSpPr txBox="1">
            <a:spLocks noGrp="1"/>
          </p:cNvSpPr>
          <p:nvPr>
            <p:ph type="body" idx="1"/>
          </p:nvPr>
        </p:nvSpPr>
        <p:spPr>
          <a:xfrm>
            <a:off x="685800" y="4343400"/>
            <a:ext cx="5486400" cy="4114800"/>
          </a:xfrm>
          <a:prstGeom prst="rect">
            <a:avLst/>
          </a:prstGeom>
        </p:spPr>
        <p:txBody>
          <a:bodyPr spcFirstLastPara="1" wrap="square" lIns="91425" tIns="91425" rIns="91425" bIns="91425" anchor="t" anchorCtr="0">
            <a:noAutofit/>
          </a:bodyPr>
          <a:lstStyle/>
          <a:p>
            <a:pPr marL="0" lvl="0" indent="0" algn="l" rtl="0">
              <a:spcBef>
                <a:spcPts val="0"/>
              </a:spcBef>
              <a:spcAft>
                <a:spcPts val="0"/>
              </a:spcAft>
              <a:buNone/>
            </a:pPr>
            <a:endParaRPr/>
          </a:p>
        </p:txBody>
      </p:sp>
      <p:sp>
        <p:nvSpPr>
          <p:cNvPr id="268" name="Google Shape;268;p22:notes"/>
          <p:cNvSpPr>
            <a:spLocks noGrp="1" noRot="1" noChangeAspect="1"/>
          </p:cNvSpPr>
          <p:nvPr>
            <p:ph type="sldImg" idx="2"/>
          </p:nvPr>
        </p:nvSpPr>
        <p:spPr>
          <a:xfrm>
            <a:off x="1143225" y="685800"/>
            <a:ext cx="4572225" cy="3429000"/>
          </a:xfrm>
          <a:custGeom>
            <a:avLst/>
            <a:gdLst/>
            <a:ahLst/>
            <a:cxnLst/>
            <a:rect l="l" t="t" r="r" b="b"/>
            <a:pathLst>
              <a:path w="120000" h="120000" extrusionOk="0">
                <a:moveTo>
                  <a:pt x="0" y="0"/>
                </a:moveTo>
                <a:lnTo>
                  <a:pt x="120000" y="0"/>
                </a:lnTo>
                <a:lnTo>
                  <a:pt x="120000" y="120000"/>
                </a:lnTo>
                <a:lnTo>
                  <a:pt x="0" y="120000"/>
                </a:lnTo>
                <a:close/>
              </a:path>
            </a:pathLst>
          </a:custGeom>
        </p:spPr>
      </p:sp>
    </p:spTree>
  </p:cSld>
  <p:clrMapOvr>
    <a:masterClrMapping/>
  </p:clrMapOvr>
</p:notes>
</file>

<file path=ppt/notesSlides/notesSlide23.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272"/>
        <p:cNvGrpSpPr/>
        <p:nvPr/>
      </p:nvGrpSpPr>
      <p:grpSpPr>
        <a:xfrm>
          <a:off x="0" y="0"/>
          <a:ext cx="0" cy="0"/>
          <a:chOff x="0" y="0"/>
          <a:chExt cx="0" cy="0"/>
        </a:xfrm>
      </p:grpSpPr>
      <p:sp>
        <p:nvSpPr>
          <p:cNvPr id="273" name="Google Shape;273;p23:notes"/>
          <p:cNvSpPr txBox="1">
            <a:spLocks noGrp="1"/>
          </p:cNvSpPr>
          <p:nvPr>
            <p:ph type="body" idx="1"/>
          </p:nvPr>
        </p:nvSpPr>
        <p:spPr>
          <a:xfrm>
            <a:off x="685800" y="4343400"/>
            <a:ext cx="5486400" cy="4114800"/>
          </a:xfrm>
          <a:prstGeom prst="rect">
            <a:avLst/>
          </a:prstGeom>
        </p:spPr>
        <p:txBody>
          <a:bodyPr spcFirstLastPara="1" wrap="square" lIns="91425" tIns="91425" rIns="91425" bIns="91425" anchor="t" anchorCtr="0">
            <a:noAutofit/>
          </a:bodyPr>
          <a:lstStyle/>
          <a:p>
            <a:pPr marL="0" lvl="0" indent="0" algn="l" rtl="0">
              <a:spcBef>
                <a:spcPts val="0"/>
              </a:spcBef>
              <a:spcAft>
                <a:spcPts val="0"/>
              </a:spcAft>
              <a:buNone/>
            </a:pPr>
            <a:endParaRPr/>
          </a:p>
        </p:txBody>
      </p:sp>
      <p:sp>
        <p:nvSpPr>
          <p:cNvPr id="274" name="Google Shape;274;p23:notes"/>
          <p:cNvSpPr>
            <a:spLocks noGrp="1" noRot="1" noChangeAspect="1"/>
          </p:cNvSpPr>
          <p:nvPr>
            <p:ph type="sldImg" idx="2"/>
          </p:nvPr>
        </p:nvSpPr>
        <p:spPr>
          <a:xfrm>
            <a:off x="1143225" y="685800"/>
            <a:ext cx="4572225" cy="3429000"/>
          </a:xfrm>
          <a:custGeom>
            <a:avLst/>
            <a:gdLst/>
            <a:ahLst/>
            <a:cxnLst/>
            <a:rect l="l" t="t" r="r" b="b"/>
            <a:pathLst>
              <a:path w="120000" h="120000" extrusionOk="0">
                <a:moveTo>
                  <a:pt x="0" y="0"/>
                </a:moveTo>
                <a:lnTo>
                  <a:pt x="120000" y="0"/>
                </a:lnTo>
                <a:lnTo>
                  <a:pt x="120000" y="120000"/>
                </a:lnTo>
                <a:lnTo>
                  <a:pt x="0" y="120000"/>
                </a:lnTo>
                <a:close/>
              </a:path>
            </a:pathLst>
          </a:custGeom>
        </p:spPr>
      </p:sp>
    </p:spTree>
  </p:cSld>
  <p:clrMapOvr>
    <a:masterClrMapping/>
  </p:clrMapOvr>
</p:notes>
</file>

<file path=ppt/notesSlides/notesSlide24.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279"/>
        <p:cNvGrpSpPr/>
        <p:nvPr/>
      </p:nvGrpSpPr>
      <p:grpSpPr>
        <a:xfrm>
          <a:off x="0" y="0"/>
          <a:ext cx="0" cy="0"/>
          <a:chOff x="0" y="0"/>
          <a:chExt cx="0" cy="0"/>
        </a:xfrm>
      </p:grpSpPr>
      <p:sp>
        <p:nvSpPr>
          <p:cNvPr id="280" name="Google Shape;280;p24:notes"/>
          <p:cNvSpPr txBox="1">
            <a:spLocks noGrp="1"/>
          </p:cNvSpPr>
          <p:nvPr>
            <p:ph type="body" idx="1"/>
          </p:nvPr>
        </p:nvSpPr>
        <p:spPr>
          <a:xfrm>
            <a:off x="685800" y="4343400"/>
            <a:ext cx="5486400" cy="4114800"/>
          </a:xfrm>
          <a:prstGeom prst="rect">
            <a:avLst/>
          </a:prstGeom>
        </p:spPr>
        <p:txBody>
          <a:bodyPr spcFirstLastPara="1" wrap="square" lIns="91425" tIns="91425" rIns="91425" bIns="91425" anchor="t" anchorCtr="0">
            <a:noAutofit/>
          </a:bodyPr>
          <a:lstStyle/>
          <a:p>
            <a:pPr marL="0" lvl="0" indent="0" algn="l" rtl="0">
              <a:spcBef>
                <a:spcPts val="0"/>
              </a:spcBef>
              <a:spcAft>
                <a:spcPts val="0"/>
              </a:spcAft>
              <a:buNone/>
            </a:pPr>
            <a:endParaRPr/>
          </a:p>
        </p:txBody>
      </p:sp>
      <p:sp>
        <p:nvSpPr>
          <p:cNvPr id="281" name="Google Shape;281;p24:notes"/>
          <p:cNvSpPr>
            <a:spLocks noGrp="1" noRot="1" noChangeAspect="1"/>
          </p:cNvSpPr>
          <p:nvPr>
            <p:ph type="sldImg" idx="2"/>
          </p:nvPr>
        </p:nvSpPr>
        <p:spPr>
          <a:xfrm>
            <a:off x="1143225" y="685800"/>
            <a:ext cx="4572225" cy="3429000"/>
          </a:xfrm>
          <a:custGeom>
            <a:avLst/>
            <a:gdLst/>
            <a:ahLst/>
            <a:cxnLst/>
            <a:rect l="l" t="t" r="r" b="b"/>
            <a:pathLst>
              <a:path w="120000" h="120000" extrusionOk="0">
                <a:moveTo>
                  <a:pt x="0" y="0"/>
                </a:moveTo>
                <a:lnTo>
                  <a:pt x="120000" y="0"/>
                </a:lnTo>
                <a:lnTo>
                  <a:pt x="120000" y="120000"/>
                </a:lnTo>
                <a:lnTo>
                  <a:pt x="0" y="120000"/>
                </a:lnTo>
                <a:close/>
              </a:path>
            </a:pathLst>
          </a:custGeom>
        </p:spPr>
      </p:sp>
    </p:spTree>
  </p:cSld>
  <p:clrMapOvr>
    <a:masterClrMapping/>
  </p:clrMapOvr>
</p:notes>
</file>

<file path=ppt/notesSlides/notesSlide25.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286"/>
        <p:cNvGrpSpPr/>
        <p:nvPr/>
      </p:nvGrpSpPr>
      <p:grpSpPr>
        <a:xfrm>
          <a:off x="0" y="0"/>
          <a:ext cx="0" cy="0"/>
          <a:chOff x="0" y="0"/>
          <a:chExt cx="0" cy="0"/>
        </a:xfrm>
      </p:grpSpPr>
      <p:sp>
        <p:nvSpPr>
          <p:cNvPr id="287" name="Google Shape;287;p25:notes"/>
          <p:cNvSpPr txBox="1">
            <a:spLocks noGrp="1"/>
          </p:cNvSpPr>
          <p:nvPr>
            <p:ph type="body" idx="1"/>
          </p:nvPr>
        </p:nvSpPr>
        <p:spPr>
          <a:xfrm>
            <a:off x="685800" y="4343400"/>
            <a:ext cx="5486400" cy="4114800"/>
          </a:xfrm>
          <a:prstGeom prst="rect">
            <a:avLst/>
          </a:prstGeom>
        </p:spPr>
        <p:txBody>
          <a:bodyPr spcFirstLastPara="1" wrap="square" lIns="91425" tIns="91425" rIns="91425" bIns="91425" anchor="t" anchorCtr="0">
            <a:noAutofit/>
          </a:bodyPr>
          <a:lstStyle/>
          <a:p>
            <a:pPr marL="0" lvl="0" indent="0" algn="l" rtl="0">
              <a:spcBef>
                <a:spcPts val="0"/>
              </a:spcBef>
              <a:spcAft>
                <a:spcPts val="0"/>
              </a:spcAft>
              <a:buNone/>
            </a:pPr>
            <a:endParaRPr/>
          </a:p>
        </p:txBody>
      </p:sp>
      <p:sp>
        <p:nvSpPr>
          <p:cNvPr id="288" name="Google Shape;288;p25:notes"/>
          <p:cNvSpPr>
            <a:spLocks noGrp="1" noRot="1" noChangeAspect="1"/>
          </p:cNvSpPr>
          <p:nvPr>
            <p:ph type="sldImg" idx="2"/>
          </p:nvPr>
        </p:nvSpPr>
        <p:spPr>
          <a:xfrm>
            <a:off x="1143225" y="685800"/>
            <a:ext cx="4572225" cy="3429000"/>
          </a:xfrm>
          <a:custGeom>
            <a:avLst/>
            <a:gdLst/>
            <a:ahLst/>
            <a:cxnLst/>
            <a:rect l="l" t="t" r="r" b="b"/>
            <a:pathLst>
              <a:path w="120000" h="120000" extrusionOk="0">
                <a:moveTo>
                  <a:pt x="0" y="0"/>
                </a:moveTo>
                <a:lnTo>
                  <a:pt x="120000" y="0"/>
                </a:lnTo>
                <a:lnTo>
                  <a:pt x="120000" y="120000"/>
                </a:lnTo>
                <a:lnTo>
                  <a:pt x="0" y="120000"/>
                </a:lnTo>
                <a:close/>
              </a:path>
            </a:pathLst>
          </a:custGeom>
        </p:spPr>
      </p:sp>
    </p:spTree>
  </p:cSld>
  <p:clrMapOvr>
    <a:masterClrMapping/>
  </p:clrMapOvr>
</p:notes>
</file>

<file path=ppt/notesSlides/notesSlide26.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294"/>
        <p:cNvGrpSpPr/>
        <p:nvPr/>
      </p:nvGrpSpPr>
      <p:grpSpPr>
        <a:xfrm>
          <a:off x="0" y="0"/>
          <a:ext cx="0" cy="0"/>
          <a:chOff x="0" y="0"/>
          <a:chExt cx="0" cy="0"/>
        </a:xfrm>
      </p:grpSpPr>
      <p:sp>
        <p:nvSpPr>
          <p:cNvPr id="295" name="Google Shape;295;p26:notes"/>
          <p:cNvSpPr txBox="1">
            <a:spLocks noGrp="1"/>
          </p:cNvSpPr>
          <p:nvPr>
            <p:ph type="body" idx="1"/>
          </p:nvPr>
        </p:nvSpPr>
        <p:spPr>
          <a:xfrm>
            <a:off x="685800" y="4343400"/>
            <a:ext cx="5486400" cy="4114800"/>
          </a:xfrm>
          <a:prstGeom prst="rect">
            <a:avLst/>
          </a:prstGeom>
        </p:spPr>
        <p:txBody>
          <a:bodyPr spcFirstLastPara="1" wrap="square" lIns="91425" tIns="91425" rIns="91425" bIns="91425" anchor="t" anchorCtr="0">
            <a:noAutofit/>
          </a:bodyPr>
          <a:lstStyle/>
          <a:p>
            <a:pPr marL="0" lvl="0" indent="0" algn="l" rtl="0">
              <a:spcBef>
                <a:spcPts val="0"/>
              </a:spcBef>
              <a:spcAft>
                <a:spcPts val="0"/>
              </a:spcAft>
              <a:buNone/>
            </a:pPr>
            <a:endParaRPr/>
          </a:p>
        </p:txBody>
      </p:sp>
      <p:sp>
        <p:nvSpPr>
          <p:cNvPr id="296" name="Google Shape;296;p26:notes"/>
          <p:cNvSpPr>
            <a:spLocks noGrp="1" noRot="1" noChangeAspect="1"/>
          </p:cNvSpPr>
          <p:nvPr>
            <p:ph type="sldImg" idx="2"/>
          </p:nvPr>
        </p:nvSpPr>
        <p:spPr>
          <a:xfrm>
            <a:off x="1143225" y="685800"/>
            <a:ext cx="4572225" cy="3429000"/>
          </a:xfrm>
          <a:custGeom>
            <a:avLst/>
            <a:gdLst/>
            <a:ahLst/>
            <a:cxnLst/>
            <a:rect l="l" t="t" r="r" b="b"/>
            <a:pathLst>
              <a:path w="120000" h="120000" extrusionOk="0">
                <a:moveTo>
                  <a:pt x="0" y="0"/>
                </a:moveTo>
                <a:lnTo>
                  <a:pt x="120000" y="0"/>
                </a:lnTo>
                <a:lnTo>
                  <a:pt x="120000" y="120000"/>
                </a:lnTo>
                <a:lnTo>
                  <a:pt x="0" y="120000"/>
                </a:lnTo>
                <a:close/>
              </a:path>
            </a:pathLst>
          </a:custGeom>
        </p:spPr>
      </p:sp>
    </p:spTree>
  </p:cSld>
  <p:clrMapOvr>
    <a:masterClrMapping/>
  </p:clrMapOvr>
</p:notes>
</file>

<file path=ppt/notesSlides/notesSlide27.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301"/>
        <p:cNvGrpSpPr/>
        <p:nvPr/>
      </p:nvGrpSpPr>
      <p:grpSpPr>
        <a:xfrm>
          <a:off x="0" y="0"/>
          <a:ext cx="0" cy="0"/>
          <a:chOff x="0" y="0"/>
          <a:chExt cx="0" cy="0"/>
        </a:xfrm>
      </p:grpSpPr>
      <p:sp>
        <p:nvSpPr>
          <p:cNvPr id="302" name="Google Shape;302;p27:notes"/>
          <p:cNvSpPr txBox="1">
            <a:spLocks noGrp="1"/>
          </p:cNvSpPr>
          <p:nvPr>
            <p:ph type="body" idx="1"/>
          </p:nvPr>
        </p:nvSpPr>
        <p:spPr>
          <a:xfrm>
            <a:off x="685800" y="4343400"/>
            <a:ext cx="5486400" cy="4114800"/>
          </a:xfrm>
          <a:prstGeom prst="rect">
            <a:avLst/>
          </a:prstGeom>
        </p:spPr>
        <p:txBody>
          <a:bodyPr spcFirstLastPara="1" wrap="square" lIns="91425" tIns="91425" rIns="91425" bIns="91425" anchor="t" anchorCtr="0">
            <a:noAutofit/>
          </a:bodyPr>
          <a:lstStyle/>
          <a:p>
            <a:pPr marL="0" lvl="0" indent="0" algn="l" rtl="0">
              <a:spcBef>
                <a:spcPts val="0"/>
              </a:spcBef>
              <a:spcAft>
                <a:spcPts val="0"/>
              </a:spcAft>
              <a:buNone/>
            </a:pPr>
            <a:endParaRPr/>
          </a:p>
        </p:txBody>
      </p:sp>
      <p:sp>
        <p:nvSpPr>
          <p:cNvPr id="303" name="Google Shape;303;p27:notes"/>
          <p:cNvSpPr>
            <a:spLocks noGrp="1" noRot="1" noChangeAspect="1"/>
          </p:cNvSpPr>
          <p:nvPr>
            <p:ph type="sldImg" idx="2"/>
          </p:nvPr>
        </p:nvSpPr>
        <p:spPr>
          <a:xfrm>
            <a:off x="1143225" y="685800"/>
            <a:ext cx="4572225" cy="3429000"/>
          </a:xfrm>
          <a:custGeom>
            <a:avLst/>
            <a:gdLst/>
            <a:ahLst/>
            <a:cxnLst/>
            <a:rect l="l" t="t" r="r" b="b"/>
            <a:pathLst>
              <a:path w="120000" h="120000" extrusionOk="0">
                <a:moveTo>
                  <a:pt x="0" y="0"/>
                </a:moveTo>
                <a:lnTo>
                  <a:pt x="120000" y="0"/>
                </a:lnTo>
                <a:lnTo>
                  <a:pt x="120000" y="120000"/>
                </a:lnTo>
                <a:lnTo>
                  <a:pt x="0" y="120000"/>
                </a:lnTo>
                <a:close/>
              </a:path>
            </a:pathLst>
          </a:custGeom>
        </p:spPr>
      </p:sp>
    </p:spTree>
  </p:cSld>
  <p:clrMapOvr>
    <a:masterClrMapping/>
  </p:clrMapOvr>
</p:notes>
</file>

<file path=ppt/notesSlides/notesSlide28.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308"/>
        <p:cNvGrpSpPr/>
        <p:nvPr/>
      </p:nvGrpSpPr>
      <p:grpSpPr>
        <a:xfrm>
          <a:off x="0" y="0"/>
          <a:ext cx="0" cy="0"/>
          <a:chOff x="0" y="0"/>
          <a:chExt cx="0" cy="0"/>
        </a:xfrm>
      </p:grpSpPr>
      <p:sp>
        <p:nvSpPr>
          <p:cNvPr id="309" name="Google Shape;309;p28:notes"/>
          <p:cNvSpPr txBox="1">
            <a:spLocks noGrp="1"/>
          </p:cNvSpPr>
          <p:nvPr>
            <p:ph type="body" idx="1"/>
          </p:nvPr>
        </p:nvSpPr>
        <p:spPr>
          <a:xfrm>
            <a:off x="685800" y="4343400"/>
            <a:ext cx="5486400" cy="4114800"/>
          </a:xfrm>
          <a:prstGeom prst="rect">
            <a:avLst/>
          </a:prstGeom>
        </p:spPr>
        <p:txBody>
          <a:bodyPr spcFirstLastPara="1" wrap="square" lIns="91425" tIns="91425" rIns="91425" bIns="91425" anchor="t" anchorCtr="0">
            <a:noAutofit/>
          </a:bodyPr>
          <a:lstStyle/>
          <a:p>
            <a:pPr marL="0" lvl="0" indent="0" algn="l" rtl="0">
              <a:spcBef>
                <a:spcPts val="0"/>
              </a:spcBef>
              <a:spcAft>
                <a:spcPts val="0"/>
              </a:spcAft>
              <a:buNone/>
            </a:pPr>
            <a:endParaRPr/>
          </a:p>
        </p:txBody>
      </p:sp>
      <p:sp>
        <p:nvSpPr>
          <p:cNvPr id="310" name="Google Shape;310;p28:notes"/>
          <p:cNvSpPr>
            <a:spLocks noGrp="1" noRot="1" noChangeAspect="1"/>
          </p:cNvSpPr>
          <p:nvPr>
            <p:ph type="sldImg" idx="2"/>
          </p:nvPr>
        </p:nvSpPr>
        <p:spPr>
          <a:xfrm>
            <a:off x="1143225" y="685800"/>
            <a:ext cx="4572225" cy="3429000"/>
          </a:xfrm>
          <a:custGeom>
            <a:avLst/>
            <a:gdLst/>
            <a:ahLst/>
            <a:cxnLst/>
            <a:rect l="l" t="t" r="r" b="b"/>
            <a:pathLst>
              <a:path w="120000" h="120000" extrusionOk="0">
                <a:moveTo>
                  <a:pt x="0" y="0"/>
                </a:moveTo>
                <a:lnTo>
                  <a:pt x="120000" y="0"/>
                </a:lnTo>
                <a:lnTo>
                  <a:pt x="120000" y="120000"/>
                </a:lnTo>
                <a:lnTo>
                  <a:pt x="0" y="120000"/>
                </a:lnTo>
                <a:close/>
              </a:path>
            </a:pathLst>
          </a:custGeom>
        </p:spPr>
      </p:sp>
    </p:spTree>
  </p:cSld>
  <p:clrMapOvr>
    <a:masterClrMapping/>
  </p:clrMapOvr>
</p:notes>
</file>

<file path=ppt/notesSlides/notesSlide29.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314"/>
        <p:cNvGrpSpPr/>
        <p:nvPr/>
      </p:nvGrpSpPr>
      <p:grpSpPr>
        <a:xfrm>
          <a:off x="0" y="0"/>
          <a:ext cx="0" cy="0"/>
          <a:chOff x="0" y="0"/>
          <a:chExt cx="0" cy="0"/>
        </a:xfrm>
      </p:grpSpPr>
      <p:sp>
        <p:nvSpPr>
          <p:cNvPr id="315" name="Google Shape;315;p29:notes"/>
          <p:cNvSpPr txBox="1">
            <a:spLocks noGrp="1"/>
          </p:cNvSpPr>
          <p:nvPr>
            <p:ph type="body" idx="1"/>
          </p:nvPr>
        </p:nvSpPr>
        <p:spPr>
          <a:xfrm>
            <a:off x="685800" y="4343400"/>
            <a:ext cx="5486400" cy="4114800"/>
          </a:xfrm>
          <a:prstGeom prst="rect">
            <a:avLst/>
          </a:prstGeom>
        </p:spPr>
        <p:txBody>
          <a:bodyPr spcFirstLastPara="1" wrap="square" lIns="91425" tIns="91425" rIns="91425" bIns="91425" anchor="t" anchorCtr="0">
            <a:noAutofit/>
          </a:bodyPr>
          <a:lstStyle/>
          <a:p>
            <a:pPr marL="0" lvl="0" indent="0" algn="l" rtl="0">
              <a:spcBef>
                <a:spcPts val="0"/>
              </a:spcBef>
              <a:spcAft>
                <a:spcPts val="0"/>
              </a:spcAft>
              <a:buNone/>
            </a:pPr>
            <a:endParaRPr/>
          </a:p>
        </p:txBody>
      </p:sp>
      <p:sp>
        <p:nvSpPr>
          <p:cNvPr id="316" name="Google Shape;316;p29:notes"/>
          <p:cNvSpPr>
            <a:spLocks noGrp="1" noRot="1" noChangeAspect="1"/>
          </p:cNvSpPr>
          <p:nvPr>
            <p:ph type="sldImg" idx="2"/>
          </p:nvPr>
        </p:nvSpPr>
        <p:spPr>
          <a:xfrm>
            <a:off x="1143225" y="685800"/>
            <a:ext cx="4572225" cy="3429000"/>
          </a:xfrm>
          <a:custGeom>
            <a:avLst/>
            <a:gdLst/>
            <a:ahLst/>
            <a:cxnLst/>
            <a:rect l="l" t="t" r="r" b="b"/>
            <a:pathLst>
              <a:path w="120000" h="120000" extrusionOk="0">
                <a:moveTo>
                  <a:pt x="0" y="0"/>
                </a:moveTo>
                <a:lnTo>
                  <a:pt x="120000" y="0"/>
                </a:lnTo>
                <a:lnTo>
                  <a:pt x="120000" y="120000"/>
                </a:lnTo>
                <a:lnTo>
                  <a:pt x="0" y="120000"/>
                </a:lnTo>
                <a:close/>
              </a:path>
            </a:pathLst>
          </a:custGeom>
        </p:spPr>
      </p:sp>
    </p:spTree>
  </p:cSld>
  <p:clrMapOvr>
    <a:masterClrMapping/>
  </p:clrMapOvr>
</p:notes>
</file>

<file path=ppt/notesSlides/notesSlide30.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320"/>
        <p:cNvGrpSpPr/>
        <p:nvPr/>
      </p:nvGrpSpPr>
      <p:grpSpPr>
        <a:xfrm>
          <a:off x="0" y="0"/>
          <a:ext cx="0" cy="0"/>
          <a:chOff x="0" y="0"/>
          <a:chExt cx="0" cy="0"/>
        </a:xfrm>
      </p:grpSpPr>
      <p:sp>
        <p:nvSpPr>
          <p:cNvPr id="321" name="Google Shape;321;p30:notes"/>
          <p:cNvSpPr txBox="1">
            <a:spLocks noGrp="1"/>
          </p:cNvSpPr>
          <p:nvPr>
            <p:ph type="body" idx="1"/>
          </p:nvPr>
        </p:nvSpPr>
        <p:spPr>
          <a:xfrm>
            <a:off x="685800" y="4343400"/>
            <a:ext cx="5486400" cy="4114800"/>
          </a:xfrm>
          <a:prstGeom prst="rect">
            <a:avLst/>
          </a:prstGeom>
        </p:spPr>
        <p:txBody>
          <a:bodyPr spcFirstLastPara="1" wrap="square" lIns="91425" tIns="91425" rIns="91425" bIns="91425" anchor="t" anchorCtr="0">
            <a:noAutofit/>
          </a:bodyPr>
          <a:lstStyle/>
          <a:p>
            <a:pPr marL="0" lvl="0" indent="0" algn="l" rtl="0">
              <a:spcBef>
                <a:spcPts val="0"/>
              </a:spcBef>
              <a:spcAft>
                <a:spcPts val="0"/>
              </a:spcAft>
              <a:buNone/>
            </a:pPr>
            <a:endParaRPr/>
          </a:p>
        </p:txBody>
      </p:sp>
      <p:sp>
        <p:nvSpPr>
          <p:cNvPr id="322" name="Google Shape;322;p30:notes"/>
          <p:cNvSpPr>
            <a:spLocks noGrp="1" noRot="1" noChangeAspect="1"/>
          </p:cNvSpPr>
          <p:nvPr>
            <p:ph type="sldImg" idx="2"/>
          </p:nvPr>
        </p:nvSpPr>
        <p:spPr>
          <a:xfrm>
            <a:off x="1143225" y="685800"/>
            <a:ext cx="4572225" cy="3429000"/>
          </a:xfrm>
          <a:custGeom>
            <a:avLst/>
            <a:gdLst/>
            <a:ahLst/>
            <a:cxnLst/>
            <a:rect l="l" t="t" r="r" b="b"/>
            <a:pathLst>
              <a:path w="120000" h="120000" extrusionOk="0">
                <a:moveTo>
                  <a:pt x="0" y="0"/>
                </a:moveTo>
                <a:lnTo>
                  <a:pt x="120000" y="0"/>
                </a:lnTo>
                <a:lnTo>
                  <a:pt x="120000" y="120000"/>
                </a:lnTo>
                <a:lnTo>
                  <a:pt x="0" y="120000"/>
                </a:lnTo>
                <a:close/>
              </a:path>
            </a:pathLst>
          </a:custGeom>
        </p:spPr>
      </p:sp>
    </p:spTree>
  </p:cSld>
  <p:clrMapOvr>
    <a:masterClrMapping/>
  </p:clrMapOvr>
</p:notes>
</file>

<file path=ppt/notesSlides/notesSlide31.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327"/>
        <p:cNvGrpSpPr/>
        <p:nvPr/>
      </p:nvGrpSpPr>
      <p:grpSpPr>
        <a:xfrm>
          <a:off x="0" y="0"/>
          <a:ext cx="0" cy="0"/>
          <a:chOff x="0" y="0"/>
          <a:chExt cx="0" cy="0"/>
        </a:xfrm>
      </p:grpSpPr>
      <p:sp>
        <p:nvSpPr>
          <p:cNvPr id="328" name="Google Shape;328;p31:notes"/>
          <p:cNvSpPr txBox="1">
            <a:spLocks noGrp="1"/>
          </p:cNvSpPr>
          <p:nvPr>
            <p:ph type="body" idx="1"/>
          </p:nvPr>
        </p:nvSpPr>
        <p:spPr>
          <a:xfrm>
            <a:off x="685800" y="4343400"/>
            <a:ext cx="5486400" cy="4114800"/>
          </a:xfrm>
          <a:prstGeom prst="rect">
            <a:avLst/>
          </a:prstGeom>
        </p:spPr>
        <p:txBody>
          <a:bodyPr spcFirstLastPara="1" wrap="square" lIns="91425" tIns="91425" rIns="91425" bIns="91425" anchor="t" anchorCtr="0">
            <a:noAutofit/>
          </a:bodyPr>
          <a:lstStyle/>
          <a:p>
            <a:pPr marL="0" lvl="0" indent="0" algn="l" rtl="0">
              <a:spcBef>
                <a:spcPts val="0"/>
              </a:spcBef>
              <a:spcAft>
                <a:spcPts val="0"/>
              </a:spcAft>
              <a:buNone/>
            </a:pPr>
            <a:endParaRPr/>
          </a:p>
        </p:txBody>
      </p:sp>
      <p:sp>
        <p:nvSpPr>
          <p:cNvPr id="329" name="Google Shape;329;p31:notes"/>
          <p:cNvSpPr>
            <a:spLocks noGrp="1" noRot="1" noChangeAspect="1"/>
          </p:cNvSpPr>
          <p:nvPr>
            <p:ph type="sldImg" idx="2"/>
          </p:nvPr>
        </p:nvSpPr>
        <p:spPr>
          <a:xfrm>
            <a:off x="1143225" y="685800"/>
            <a:ext cx="4572225" cy="3429000"/>
          </a:xfrm>
          <a:custGeom>
            <a:avLst/>
            <a:gdLst/>
            <a:ahLst/>
            <a:cxnLst/>
            <a:rect l="l" t="t" r="r" b="b"/>
            <a:pathLst>
              <a:path w="120000" h="120000" extrusionOk="0">
                <a:moveTo>
                  <a:pt x="0" y="0"/>
                </a:moveTo>
                <a:lnTo>
                  <a:pt x="120000" y="0"/>
                </a:lnTo>
                <a:lnTo>
                  <a:pt x="120000" y="120000"/>
                </a:lnTo>
                <a:lnTo>
                  <a:pt x="0" y="120000"/>
                </a:lnTo>
                <a:close/>
              </a:path>
            </a:pathLst>
          </a:custGeom>
        </p:spPr>
      </p:sp>
    </p:spTree>
  </p:cSld>
  <p:clrMapOvr>
    <a:masterClrMapping/>
  </p:clrMapOvr>
</p:notes>
</file>

<file path=ppt/notesSlides/notesSlide32.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334"/>
        <p:cNvGrpSpPr/>
        <p:nvPr/>
      </p:nvGrpSpPr>
      <p:grpSpPr>
        <a:xfrm>
          <a:off x="0" y="0"/>
          <a:ext cx="0" cy="0"/>
          <a:chOff x="0" y="0"/>
          <a:chExt cx="0" cy="0"/>
        </a:xfrm>
      </p:grpSpPr>
      <p:sp>
        <p:nvSpPr>
          <p:cNvPr id="335" name="Google Shape;335;p32:notes"/>
          <p:cNvSpPr txBox="1">
            <a:spLocks noGrp="1"/>
          </p:cNvSpPr>
          <p:nvPr>
            <p:ph type="body" idx="1"/>
          </p:nvPr>
        </p:nvSpPr>
        <p:spPr>
          <a:xfrm>
            <a:off x="685800" y="4343400"/>
            <a:ext cx="5486400" cy="4114800"/>
          </a:xfrm>
          <a:prstGeom prst="rect">
            <a:avLst/>
          </a:prstGeom>
        </p:spPr>
        <p:txBody>
          <a:bodyPr spcFirstLastPara="1" wrap="square" lIns="91425" tIns="91425" rIns="91425" bIns="91425" anchor="t" anchorCtr="0">
            <a:noAutofit/>
          </a:bodyPr>
          <a:lstStyle/>
          <a:p>
            <a:pPr marL="0" lvl="0" indent="0" algn="l" rtl="0">
              <a:spcBef>
                <a:spcPts val="0"/>
              </a:spcBef>
              <a:spcAft>
                <a:spcPts val="0"/>
              </a:spcAft>
              <a:buNone/>
            </a:pPr>
            <a:endParaRPr/>
          </a:p>
        </p:txBody>
      </p:sp>
      <p:sp>
        <p:nvSpPr>
          <p:cNvPr id="336" name="Google Shape;336;p32:notes"/>
          <p:cNvSpPr>
            <a:spLocks noGrp="1" noRot="1" noChangeAspect="1"/>
          </p:cNvSpPr>
          <p:nvPr>
            <p:ph type="sldImg" idx="2"/>
          </p:nvPr>
        </p:nvSpPr>
        <p:spPr>
          <a:xfrm>
            <a:off x="1143225" y="685800"/>
            <a:ext cx="4572225" cy="3429000"/>
          </a:xfrm>
          <a:custGeom>
            <a:avLst/>
            <a:gdLst/>
            <a:ahLst/>
            <a:cxnLst/>
            <a:rect l="l" t="t" r="r" b="b"/>
            <a:pathLst>
              <a:path w="120000" h="120000" extrusionOk="0">
                <a:moveTo>
                  <a:pt x="0" y="0"/>
                </a:moveTo>
                <a:lnTo>
                  <a:pt x="120000" y="0"/>
                </a:lnTo>
                <a:lnTo>
                  <a:pt x="120000" y="120000"/>
                </a:lnTo>
                <a:lnTo>
                  <a:pt x="0" y="120000"/>
                </a:lnTo>
                <a:close/>
              </a:path>
            </a:pathLst>
          </a:custGeom>
        </p:spPr>
      </p:sp>
    </p:spTree>
  </p:cSld>
  <p:clrMapOvr>
    <a:masterClrMapping/>
  </p:clrMapOvr>
</p:notes>
</file>

<file path=ppt/notesSlides/notesSlide33.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341"/>
        <p:cNvGrpSpPr/>
        <p:nvPr/>
      </p:nvGrpSpPr>
      <p:grpSpPr>
        <a:xfrm>
          <a:off x="0" y="0"/>
          <a:ext cx="0" cy="0"/>
          <a:chOff x="0" y="0"/>
          <a:chExt cx="0" cy="0"/>
        </a:xfrm>
      </p:grpSpPr>
      <p:sp>
        <p:nvSpPr>
          <p:cNvPr id="342" name="Google Shape;342;p33:notes"/>
          <p:cNvSpPr txBox="1">
            <a:spLocks noGrp="1"/>
          </p:cNvSpPr>
          <p:nvPr>
            <p:ph type="body" idx="1"/>
          </p:nvPr>
        </p:nvSpPr>
        <p:spPr>
          <a:xfrm>
            <a:off x="685800" y="4343400"/>
            <a:ext cx="5486400" cy="4114800"/>
          </a:xfrm>
          <a:prstGeom prst="rect">
            <a:avLst/>
          </a:prstGeom>
        </p:spPr>
        <p:txBody>
          <a:bodyPr spcFirstLastPara="1" wrap="square" lIns="91425" tIns="91425" rIns="91425" bIns="91425" anchor="t" anchorCtr="0">
            <a:noAutofit/>
          </a:bodyPr>
          <a:lstStyle/>
          <a:p>
            <a:pPr marL="0" lvl="0" indent="0" algn="l" rtl="0">
              <a:spcBef>
                <a:spcPts val="0"/>
              </a:spcBef>
              <a:spcAft>
                <a:spcPts val="0"/>
              </a:spcAft>
              <a:buNone/>
            </a:pPr>
            <a:endParaRPr/>
          </a:p>
        </p:txBody>
      </p:sp>
      <p:sp>
        <p:nvSpPr>
          <p:cNvPr id="343" name="Google Shape;343;p33:notes"/>
          <p:cNvSpPr>
            <a:spLocks noGrp="1" noRot="1" noChangeAspect="1"/>
          </p:cNvSpPr>
          <p:nvPr>
            <p:ph type="sldImg" idx="2"/>
          </p:nvPr>
        </p:nvSpPr>
        <p:spPr>
          <a:xfrm>
            <a:off x="1143225" y="685800"/>
            <a:ext cx="4572225" cy="3429000"/>
          </a:xfrm>
          <a:custGeom>
            <a:avLst/>
            <a:gdLst/>
            <a:ahLst/>
            <a:cxnLst/>
            <a:rect l="l" t="t" r="r" b="b"/>
            <a:pathLst>
              <a:path w="120000" h="120000" extrusionOk="0">
                <a:moveTo>
                  <a:pt x="0" y="0"/>
                </a:moveTo>
                <a:lnTo>
                  <a:pt x="120000" y="0"/>
                </a:lnTo>
                <a:lnTo>
                  <a:pt x="120000" y="120000"/>
                </a:lnTo>
                <a:lnTo>
                  <a:pt x="0" y="120000"/>
                </a:lnTo>
                <a:close/>
              </a:path>
            </a:pathLst>
          </a:custGeom>
        </p:spPr>
      </p:sp>
    </p:spTree>
  </p:cSld>
  <p:clrMapOvr>
    <a:masterClrMapping/>
  </p:clrMapOvr>
</p:notes>
</file>

<file path=ppt/notesSlides/notesSlide34.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349"/>
        <p:cNvGrpSpPr/>
        <p:nvPr/>
      </p:nvGrpSpPr>
      <p:grpSpPr>
        <a:xfrm>
          <a:off x="0" y="0"/>
          <a:ext cx="0" cy="0"/>
          <a:chOff x="0" y="0"/>
          <a:chExt cx="0" cy="0"/>
        </a:xfrm>
      </p:grpSpPr>
      <p:sp>
        <p:nvSpPr>
          <p:cNvPr id="350" name="Google Shape;350;p34:notes"/>
          <p:cNvSpPr txBox="1">
            <a:spLocks noGrp="1"/>
          </p:cNvSpPr>
          <p:nvPr>
            <p:ph type="body" idx="1"/>
          </p:nvPr>
        </p:nvSpPr>
        <p:spPr>
          <a:xfrm>
            <a:off x="685800" y="4343400"/>
            <a:ext cx="5486400" cy="4114800"/>
          </a:xfrm>
          <a:prstGeom prst="rect">
            <a:avLst/>
          </a:prstGeom>
        </p:spPr>
        <p:txBody>
          <a:bodyPr spcFirstLastPara="1" wrap="square" lIns="91425" tIns="91425" rIns="91425" bIns="91425" anchor="t" anchorCtr="0">
            <a:noAutofit/>
          </a:bodyPr>
          <a:lstStyle/>
          <a:p>
            <a:pPr marL="0" lvl="0" indent="0" algn="l" rtl="0">
              <a:spcBef>
                <a:spcPts val="0"/>
              </a:spcBef>
              <a:spcAft>
                <a:spcPts val="0"/>
              </a:spcAft>
              <a:buNone/>
            </a:pPr>
            <a:endParaRPr/>
          </a:p>
        </p:txBody>
      </p:sp>
      <p:sp>
        <p:nvSpPr>
          <p:cNvPr id="351" name="Google Shape;351;p34:notes"/>
          <p:cNvSpPr>
            <a:spLocks noGrp="1" noRot="1" noChangeAspect="1"/>
          </p:cNvSpPr>
          <p:nvPr>
            <p:ph type="sldImg" idx="2"/>
          </p:nvPr>
        </p:nvSpPr>
        <p:spPr>
          <a:xfrm>
            <a:off x="1143225" y="685800"/>
            <a:ext cx="4572225" cy="3429000"/>
          </a:xfrm>
          <a:custGeom>
            <a:avLst/>
            <a:gdLst/>
            <a:ahLst/>
            <a:cxnLst/>
            <a:rect l="l" t="t" r="r" b="b"/>
            <a:pathLst>
              <a:path w="120000" h="120000" extrusionOk="0">
                <a:moveTo>
                  <a:pt x="0" y="0"/>
                </a:moveTo>
                <a:lnTo>
                  <a:pt x="120000" y="0"/>
                </a:lnTo>
                <a:lnTo>
                  <a:pt x="120000" y="120000"/>
                </a:lnTo>
                <a:lnTo>
                  <a:pt x="0" y="120000"/>
                </a:lnTo>
                <a:close/>
              </a:path>
            </a:pathLst>
          </a:custGeom>
        </p:spPr>
      </p:sp>
    </p:spTree>
  </p:cSld>
  <p:clrMapOvr>
    <a:masterClrMapping/>
  </p:clrMapOvr>
</p:notes>
</file>

<file path=ppt/notesSlides/notesSlide35.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356"/>
        <p:cNvGrpSpPr/>
        <p:nvPr/>
      </p:nvGrpSpPr>
      <p:grpSpPr>
        <a:xfrm>
          <a:off x="0" y="0"/>
          <a:ext cx="0" cy="0"/>
          <a:chOff x="0" y="0"/>
          <a:chExt cx="0" cy="0"/>
        </a:xfrm>
      </p:grpSpPr>
      <p:sp>
        <p:nvSpPr>
          <p:cNvPr id="357" name="Google Shape;357;p35:notes"/>
          <p:cNvSpPr txBox="1">
            <a:spLocks noGrp="1"/>
          </p:cNvSpPr>
          <p:nvPr>
            <p:ph type="body" idx="1"/>
          </p:nvPr>
        </p:nvSpPr>
        <p:spPr>
          <a:xfrm>
            <a:off x="685800" y="4343400"/>
            <a:ext cx="5486400" cy="4114800"/>
          </a:xfrm>
          <a:prstGeom prst="rect">
            <a:avLst/>
          </a:prstGeom>
        </p:spPr>
        <p:txBody>
          <a:bodyPr spcFirstLastPara="1" wrap="square" lIns="91425" tIns="91425" rIns="91425" bIns="91425" anchor="t" anchorCtr="0">
            <a:noAutofit/>
          </a:bodyPr>
          <a:lstStyle/>
          <a:p>
            <a:pPr marL="0" lvl="0" indent="0" algn="l" rtl="0">
              <a:spcBef>
                <a:spcPts val="0"/>
              </a:spcBef>
              <a:spcAft>
                <a:spcPts val="0"/>
              </a:spcAft>
              <a:buNone/>
            </a:pPr>
            <a:endParaRPr/>
          </a:p>
        </p:txBody>
      </p:sp>
      <p:sp>
        <p:nvSpPr>
          <p:cNvPr id="358" name="Google Shape;358;p35:notes"/>
          <p:cNvSpPr>
            <a:spLocks noGrp="1" noRot="1" noChangeAspect="1"/>
          </p:cNvSpPr>
          <p:nvPr>
            <p:ph type="sldImg" idx="2"/>
          </p:nvPr>
        </p:nvSpPr>
        <p:spPr>
          <a:xfrm>
            <a:off x="1143225" y="685800"/>
            <a:ext cx="4572225" cy="3429000"/>
          </a:xfrm>
          <a:custGeom>
            <a:avLst/>
            <a:gdLst/>
            <a:ahLst/>
            <a:cxnLst/>
            <a:rect l="l" t="t" r="r" b="b"/>
            <a:pathLst>
              <a:path w="120000" h="120000" extrusionOk="0">
                <a:moveTo>
                  <a:pt x="0" y="0"/>
                </a:moveTo>
                <a:lnTo>
                  <a:pt x="120000" y="0"/>
                </a:lnTo>
                <a:lnTo>
                  <a:pt x="120000" y="120000"/>
                </a:lnTo>
                <a:lnTo>
                  <a:pt x="0" y="120000"/>
                </a:lnTo>
                <a:close/>
              </a:path>
            </a:pathLst>
          </a:custGeom>
        </p:spPr>
      </p:sp>
    </p:spTree>
  </p:cSld>
  <p:clrMapOvr>
    <a:masterClrMapping/>
  </p:clrMapOvr>
</p:notes>
</file>

<file path=ppt/notesSlides/notesSlide36.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363"/>
        <p:cNvGrpSpPr/>
        <p:nvPr/>
      </p:nvGrpSpPr>
      <p:grpSpPr>
        <a:xfrm>
          <a:off x="0" y="0"/>
          <a:ext cx="0" cy="0"/>
          <a:chOff x="0" y="0"/>
          <a:chExt cx="0" cy="0"/>
        </a:xfrm>
      </p:grpSpPr>
      <p:sp>
        <p:nvSpPr>
          <p:cNvPr id="364" name="Google Shape;364;p36:notes"/>
          <p:cNvSpPr txBox="1">
            <a:spLocks noGrp="1"/>
          </p:cNvSpPr>
          <p:nvPr>
            <p:ph type="body" idx="1"/>
          </p:nvPr>
        </p:nvSpPr>
        <p:spPr>
          <a:xfrm>
            <a:off x="685800" y="4343400"/>
            <a:ext cx="5486400" cy="4114800"/>
          </a:xfrm>
          <a:prstGeom prst="rect">
            <a:avLst/>
          </a:prstGeom>
        </p:spPr>
        <p:txBody>
          <a:bodyPr spcFirstLastPara="1" wrap="square" lIns="91425" tIns="91425" rIns="91425" bIns="91425" anchor="t" anchorCtr="0">
            <a:noAutofit/>
          </a:bodyPr>
          <a:lstStyle/>
          <a:p>
            <a:pPr marL="0" lvl="0" indent="0" algn="l" rtl="0">
              <a:spcBef>
                <a:spcPts val="0"/>
              </a:spcBef>
              <a:spcAft>
                <a:spcPts val="0"/>
              </a:spcAft>
              <a:buNone/>
            </a:pPr>
            <a:endParaRPr/>
          </a:p>
        </p:txBody>
      </p:sp>
      <p:sp>
        <p:nvSpPr>
          <p:cNvPr id="365" name="Google Shape;365;p36:notes"/>
          <p:cNvSpPr>
            <a:spLocks noGrp="1" noRot="1" noChangeAspect="1"/>
          </p:cNvSpPr>
          <p:nvPr>
            <p:ph type="sldImg" idx="2"/>
          </p:nvPr>
        </p:nvSpPr>
        <p:spPr>
          <a:xfrm>
            <a:off x="1143225" y="685800"/>
            <a:ext cx="4572225" cy="3429000"/>
          </a:xfrm>
          <a:custGeom>
            <a:avLst/>
            <a:gdLst/>
            <a:ahLst/>
            <a:cxnLst/>
            <a:rect l="l" t="t" r="r" b="b"/>
            <a:pathLst>
              <a:path w="120000" h="120000" extrusionOk="0">
                <a:moveTo>
                  <a:pt x="0" y="0"/>
                </a:moveTo>
                <a:lnTo>
                  <a:pt x="120000" y="0"/>
                </a:lnTo>
                <a:lnTo>
                  <a:pt x="120000" y="120000"/>
                </a:lnTo>
                <a:lnTo>
                  <a:pt x="0" y="120000"/>
                </a:lnTo>
                <a:close/>
              </a:path>
            </a:pathLst>
          </a:custGeom>
        </p:spPr>
      </p:sp>
    </p:spTree>
  </p:cSld>
  <p:clrMapOvr>
    <a:masterClrMapping/>
  </p:clrMapOvr>
</p:notes>
</file>

<file path=ppt/notesSlides/notesSlide37.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369"/>
        <p:cNvGrpSpPr/>
        <p:nvPr/>
      </p:nvGrpSpPr>
      <p:grpSpPr>
        <a:xfrm>
          <a:off x="0" y="0"/>
          <a:ext cx="0" cy="0"/>
          <a:chOff x="0" y="0"/>
          <a:chExt cx="0" cy="0"/>
        </a:xfrm>
      </p:grpSpPr>
      <p:sp>
        <p:nvSpPr>
          <p:cNvPr id="370" name="Google Shape;370;p37:notes"/>
          <p:cNvSpPr txBox="1">
            <a:spLocks noGrp="1"/>
          </p:cNvSpPr>
          <p:nvPr>
            <p:ph type="body" idx="1"/>
          </p:nvPr>
        </p:nvSpPr>
        <p:spPr>
          <a:xfrm>
            <a:off x="685800" y="4343400"/>
            <a:ext cx="5486400" cy="4114800"/>
          </a:xfrm>
          <a:prstGeom prst="rect">
            <a:avLst/>
          </a:prstGeom>
        </p:spPr>
        <p:txBody>
          <a:bodyPr spcFirstLastPara="1" wrap="square" lIns="91425" tIns="91425" rIns="91425" bIns="91425" anchor="t" anchorCtr="0">
            <a:noAutofit/>
          </a:bodyPr>
          <a:lstStyle/>
          <a:p>
            <a:pPr marL="0" lvl="0" indent="0" algn="l" rtl="0">
              <a:spcBef>
                <a:spcPts val="0"/>
              </a:spcBef>
              <a:spcAft>
                <a:spcPts val="0"/>
              </a:spcAft>
              <a:buNone/>
            </a:pPr>
            <a:endParaRPr/>
          </a:p>
        </p:txBody>
      </p:sp>
      <p:sp>
        <p:nvSpPr>
          <p:cNvPr id="371" name="Google Shape;371;p37:notes"/>
          <p:cNvSpPr>
            <a:spLocks noGrp="1" noRot="1" noChangeAspect="1"/>
          </p:cNvSpPr>
          <p:nvPr>
            <p:ph type="sldImg" idx="2"/>
          </p:nvPr>
        </p:nvSpPr>
        <p:spPr>
          <a:xfrm>
            <a:off x="1143225" y="685800"/>
            <a:ext cx="4572225" cy="3429000"/>
          </a:xfrm>
          <a:custGeom>
            <a:avLst/>
            <a:gdLst/>
            <a:ahLst/>
            <a:cxnLst/>
            <a:rect l="l" t="t" r="r" b="b"/>
            <a:pathLst>
              <a:path w="120000" h="120000" extrusionOk="0">
                <a:moveTo>
                  <a:pt x="0" y="0"/>
                </a:moveTo>
                <a:lnTo>
                  <a:pt x="120000" y="0"/>
                </a:lnTo>
                <a:lnTo>
                  <a:pt x="120000" y="120000"/>
                </a:lnTo>
                <a:lnTo>
                  <a:pt x="0" y="120000"/>
                </a:lnTo>
                <a:close/>
              </a:path>
            </a:pathLst>
          </a:custGeom>
        </p:spPr>
      </p:sp>
    </p:spTree>
  </p:cSld>
  <p:clrMapOvr>
    <a:masterClrMapping/>
  </p:clrMapOvr>
</p:notes>
</file>

<file path=ppt/notesSlides/notesSlide38.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375"/>
        <p:cNvGrpSpPr/>
        <p:nvPr/>
      </p:nvGrpSpPr>
      <p:grpSpPr>
        <a:xfrm>
          <a:off x="0" y="0"/>
          <a:ext cx="0" cy="0"/>
          <a:chOff x="0" y="0"/>
          <a:chExt cx="0" cy="0"/>
        </a:xfrm>
      </p:grpSpPr>
      <p:sp>
        <p:nvSpPr>
          <p:cNvPr id="376" name="Google Shape;376;p38:notes"/>
          <p:cNvSpPr txBox="1">
            <a:spLocks noGrp="1"/>
          </p:cNvSpPr>
          <p:nvPr>
            <p:ph type="body" idx="1"/>
          </p:nvPr>
        </p:nvSpPr>
        <p:spPr>
          <a:xfrm>
            <a:off x="685800" y="4343400"/>
            <a:ext cx="5486400" cy="4114800"/>
          </a:xfrm>
          <a:prstGeom prst="rect">
            <a:avLst/>
          </a:prstGeom>
        </p:spPr>
        <p:txBody>
          <a:bodyPr spcFirstLastPara="1" wrap="square" lIns="91425" tIns="91425" rIns="91425" bIns="91425" anchor="t" anchorCtr="0">
            <a:noAutofit/>
          </a:bodyPr>
          <a:lstStyle/>
          <a:p>
            <a:pPr marL="0" lvl="0" indent="0" algn="l" rtl="0">
              <a:spcBef>
                <a:spcPts val="0"/>
              </a:spcBef>
              <a:spcAft>
                <a:spcPts val="0"/>
              </a:spcAft>
              <a:buNone/>
            </a:pPr>
            <a:endParaRPr/>
          </a:p>
        </p:txBody>
      </p:sp>
      <p:sp>
        <p:nvSpPr>
          <p:cNvPr id="377" name="Google Shape;377;p38:notes"/>
          <p:cNvSpPr>
            <a:spLocks noGrp="1" noRot="1" noChangeAspect="1"/>
          </p:cNvSpPr>
          <p:nvPr>
            <p:ph type="sldImg" idx="2"/>
          </p:nvPr>
        </p:nvSpPr>
        <p:spPr>
          <a:xfrm>
            <a:off x="1143225" y="685800"/>
            <a:ext cx="4572225" cy="3429000"/>
          </a:xfrm>
          <a:custGeom>
            <a:avLst/>
            <a:gdLst/>
            <a:ahLst/>
            <a:cxnLst/>
            <a:rect l="l" t="t" r="r" b="b"/>
            <a:pathLst>
              <a:path w="120000" h="120000" extrusionOk="0">
                <a:moveTo>
                  <a:pt x="0" y="0"/>
                </a:moveTo>
                <a:lnTo>
                  <a:pt x="120000" y="0"/>
                </a:lnTo>
                <a:lnTo>
                  <a:pt x="120000" y="120000"/>
                </a:lnTo>
                <a:lnTo>
                  <a:pt x="0" y="120000"/>
                </a:lnTo>
                <a:close/>
              </a:path>
            </a:pathLst>
          </a:custGeom>
        </p:spPr>
      </p:sp>
    </p:spTree>
  </p:cSld>
  <p:clrMapOvr>
    <a:masterClrMapping/>
  </p:clrMapOvr>
</p:notes>
</file>

<file path=ppt/slideLayouts/_rels/slideLayout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2.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3.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4.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5.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6.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7.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8.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9.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0.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slideLayout1.xml><?xml version="1.0" encoding="utf-8"?>
<p:sldLayout xmlns:a="http://schemas.openxmlformats.org/drawingml/2006/main" xmlns:r="http://schemas.openxmlformats.org/officeDocument/2006/relationships" xmlns:p="http://schemas.openxmlformats.org/presentationml/2006/main" matchingName="Title Slide" type="title">
  <p:cSld name="TITLE">
    <p:spTree>
      <p:nvGrpSpPr>
        <p:cNvPr id="1" name="Shape 12"/>
        <p:cNvGrpSpPr/>
        <p:nvPr/>
      </p:nvGrpSpPr>
      <p:grpSpPr>
        <a:xfrm>
          <a:off x="0" y="0"/>
          <a:ext cx="0" cy="0"/>
          <a:chOff x="0" y="0"/>
          <a:chExt cx="0" cy="0"/>
        </a:xfrm>
      </p:grpSpPr>
      <p:sp>
        <p:nvSpPr>
          <p:cNvPr id="13" name="Google Shape;13;p40"/>
          <p:cNvSpPr txBox="1">
            <a:spLocks noGrp="1"/>
          </p:cNvSpPr>
          <p:nvPr>
            <p:ph type="ctrTitle"/>
          </p:nvPr>
        </p:nvSpPr>
        <p:spPr>
          <a:xfrm>
            <a:off x="3359149" y="389840"/>
            <a:ext cx="8281987" cy="2954655"/>
          </a:xfrm>
          <a:prstGeom prst="rect">
            <a:avLst/>
          </a:prstGeom>
          <a:noFill/>
          <a:ln>
            <a:noFill/>
          </a:ln>
        </p:spPr>
        <p:txBody>
          <a:bodyPr spcFirstLastPara="1" wrap="square" lIns="0" tIns="0" rIns="0" bIns="0" anchor="t" anchorCtr="0">
            <a:normAutofit/>
          </a:bodyPr>
          <a:lstStyle>
            <a:lvl1pPr lvl="0" algn="l">
              <a:lnSpc>
                <a:spcPct val="100000"/>
              </a:lnSpc>
              <a:spcBef>
                <a:spcPts val="0"/>
              </a:spcBef>
              <a:spcAft>
                <a:spcPts val="0"/>
              </a:spcAft>
              <a:buClr>
                <a:schemeClr val="lt1"/>
              </a:buClr>
              <a:buSzPts val="6400"/>
              <a:buFont typeface="Arial"/>
              <a:buNone/>
              <a:defRPr sz="6400"/>
            </a:lvl1pPr>
            <a:lvl2pPr lvl="1">
              <a:spcBef>
                <a:spcPts val="0"/>
              </a:spcBef>
              <a:spcAft>
                <a:spcPts val="0"/>
              </a:spcAft>
              <a:buSzPts val="1400"/>
              <a:buNone/>
              <a:defRPr/>
            </a:lvl2pPr>
            <a:lvl3pPr lvl="2">
              <a:spcBef>
                <a:spcPts val="0"/>
              </a:spcBef>
              <a:spcAft>
                <a:spcPts val="0"/>
              </a:spcAft>
              <a:buSzPts val="1400"/>
              <a:buNone/>
              <a:defRPr/>
            </a:lvl3pPr>
            <a:lvl4pPr lvl="3">
              <a:spcBef>
                <a:spcPts val="0"/>
              </a:spcBef>
              <a:spcAft>
                <a:spcPts val="0"/>
              </a:spcAft>
              <a:buSzPts val="1400"/>
              <a:buNone/>
              <a:defRPr/>
            </a:lvl4pPr>
            <a:lvl5pPr lvl="4">
              <a:spcBef>
                <a:spcPts val="0"/>
              </a:spcBef>
              <a:spcAft>
                <a:spcPts val="0"/>
              </a:spcAft>
              <a:buSzPts val="1400"/>
              <a:buNone/>
              <a:defRPr/>
            </a:lvl5pPr>
            <a:lvl6pPr lvl="5">
              <a:spcBef>
                <a:spcPts val="0"/>
              </a:spcBef>
              <a:spcAft>
                <a:spcPts val="0"/>
              </a:spcAft>
              <a:buSzPts val="1400"/>
              <a:buNone/>
              <a:defRPr/>
            </a:lvl6pPr>
            <a:lvl7pPr lvl="6">
              <a:spcBef>
                <a:spcPts val="0"/>
              </a:spcBef>
              <a:spcAft>
                <a:spcPts val="0"/>
              </a:spcAft>
              <a:buSzPts val="1400"/>
              <a:buNone/>
              <a:defRPr/>
            </a:lvl7pPr>
            <a:lvl8pPr lvl="7">
              <a:spcBef>
                <a:spcPts val="0"/>
              </a:spcBef>
              <a:spcAft>
                <a:spcPts val="0"/>
              </a:spcAft>
              <a:buSzPts val="1400"/>
              <a:buNone/>
              <a:defRPr/>
            </a:lvl8pPr>
            <a:lvl9pPr lvl="8">
              <a:spcBef>
                <a:spcPts val="0"/>
              </a:spcBef>
              <a:spcAft>
                <a:spcPts val="0"/>
              </a:spcAft>
              <a:buSzPts val="1400"/>
              <a:buNone/>
              <a:defRPr/>
            </a:lvl9pPr>
          </a:lstStyle>
          <a:p>
            <a:endParaRPr/>
          </a:p>
        </p:txBody>
      </p:sp>
      <p:sp>
        <p:nvSpPr>
          <p:cNvPr id="14" name="Google Shape;14;p40"/>
          <p:cNvSpPr txBox="1">
            <a:spLocks noGrp="1"/>
          </p:cNvSpPr>
          <p:nvPr>
            <p:ph type="subTitle" idx="1"/>
          </p:nvPr>
        </p:nvSpPr>
        <p:spPr>
          <a:xfrm>
            <a:off x="3359149" y="3536951"/>
            <a:ext cx="8281989" cy="2555874"/>
          </a:xfrm>
          <a:prstGeom prst="rect">
            <a:avLst/>
          </a:prstGeom>
          <a:noFill/>
          <a:ln>
            <a:noFill/>
          </a:ln>
        </p:spPr>
        <p:txBody>
          <a:bodyPr spcFirstLastPara="1" wrap="square" lIns="0" tIns="0" rIns="0" bIns="0" anchor="t" anchorCtr="0">
            <a:normAutofit/>
          </a:bodyPr>
          <a:lstStyle>
            <a:lvl1pPr lvl="0" algn="l">
              <a:lnSpc>
                <a:spcPct val="100000"/>
              </a:lnSpc>
              <a:spcBef>
                <a:spcPts val="1000"/>
              </a:spcBef>
              <a:spcAft>
                <a:spcPts val="0"/>
              </a:spcAft>
              <a:buClr>
                <a:schemeClr val="lt1"/>
              </a:buClr>
              <a:buSzPts val="2400"/>
              <a:buNone/>
              <a:defRPr sz="2400">
                <a:solidFill>
                  <a:schemeClr val="lt1"/>
                </a:solidFill>
              </a:defRPr>
            </a:lvl1pPr>
            <a:lvl2pPr lvl="1" algn="ctr">
              <a:lnSpc>
                <a:spcPct val="110000"/>
              </a:lnSpc>
              <a:spcBef>
                <a:spcPts val="800"/>
              </a:spcBef>
              <a:spcAft>
                <a:spcPts val="0"/>
              </a:spcAft>
              <a:buClr>
                <a:schemeClr val="lt1"/>
              </a:buClr>
              <a:buSzPts val="2000"/>
              <a:buNone/>
              <a:defRPr sz="2000"/>
            </a:lvl2pPr>
            <a:lvl3pPr lvl="2" algn="ctr">
              <a:lnSpc>
                <a:spcPct val="110000"/>
              </a:lnSpc>
              <a:spcBef>
                <a:spcPts val="800"/>
              </a:spcBef>
              <a:spcAft>
                <a:spcPts val="0"/>
              </a:spcAft>
              <a:buClr>
                <a:schemeClr val="lt1"/>
              </a:buClr>
              <a:buSzPts val="1800"/>
              <a:buNone/>
              <a:defRPr sz="1800"/>
            </a:lvl3pPr>
            <a:lvl4pPr lvl="3" algn="ctr">
              <a:lnSpc>
                <a:spcPct val="110000"/>
              </a:lnSpc>
              <a:spcBef>
                <a:spcPts val="800"/>
              </a:spcBef>
              <a:spcAft>
                <a:spcPts val="0"/>
              </a:spcAft>
              <a:buClr>
                <a:schemeClr val="lt1"/>
              </a:buClr>
              <a:buSzPts val="1600"/>
              <a:buNone/>
              <a:defRPr sz="1600"/>
            </a:lvl4pPr>
            <a:lvl5pPr lvl="4" algn="ctr">
              <a:lnSpc>
                <a:spcPct val="110000"/>
              </a:lnSpc>
              <a:spcBef>
                <a:spcPts val="800"/>
              </a:spcBef>
              <a:spcAft>
                <a:spcPts val="0"/>
              </a:spcAft>
              <a:buClr>
                <a:schemeClr val="lt1"/>
              </a:buClr>
              <a:buSzPts val="1600"/>
              <a:buNone/>
              <a:defRPr sz="1600"/>
            </a:lvl5pPr>
            <a:lvl6pPr lvl="5" algn="ctr">
              <a:lnSpc>
                <a:spcPct val="90000"/>
              </a:lnSpc>
              <a:spcBef>
                <a:spcPts val="800"/>
              </a:spcBef>
              <a:spcAft>
                <a:spcPts val="0"/>
              </a:spcAft>
              <a:buClr>
                <a:schemeClr val="lt1"/>
              </a:buClr>
              <a:buSzPts val="1600"/>
              <a:buNone/>
              <a:defRPr sz="1600"/>
            </a:lvl6pPr>
            <a:lvl7pPr lvl="6" algn="ctr">
              <a:lnSpc>
                <a:spcPct val="90000"/>
              </a:lnSpc>
              <a:spcBef>
                <a:spcPts val="500"/>
              </a:spcBef>
              <a:spcAft>
                <a:spcPts val="0"/>
              </a:spcAft>
              <a:buClr>
                <a:schemeClr val="lt1"/>
              </a:buClr>
              <a:buSzPts val="1600"/>
              <a:buNone/>
              <a:defRPr sz="1600"/>
            </a:lvl7pPr>
            <a:lvl8pPr lvl="7" algn="ctr">
              <a:lnSpc>
                <a:spcPct val="90000"/>
              </a:lnSpc>
              <a:spcBef>
                <a:spcPts val="500"/>
              </a:spcBef>
              <a:spcAft>
                <a:spcPts val="0"/>
              </a:spcAft>
              <a:buClr>
                <a:schemeClr val="lt1"/>
              </a:buClr>
              <a:buSzPts val="1600"/>
              <a:buNone/>
              <a:defRPr sz="1600"/>
            </a:lvl8pPr>
            <a:lvl9pPr lvl="8" algn="ctr">
              <a:lnSpc>
                <a:spcPct val="90000"/>
              </a:lnSpc>
              <a:spcBef>
                <a:spcPts val="500"/>
              </a:spcBef>
              <a:spcAft>
                <a:spcPts val="0"/>
              </a:spcAft>
              <a:buClr>
                <a:schemeClr val="lt1"/>
              </a:buClr>
              <a:buSzPts val="1600"/>
              <a:buNone/>
              <a:defRPr sz="1600"/>
            </a:lvl9pPr>
          </a:lstStyle>
          <a:p>
            <a:endParaRPr/>
          </a:p>
        </p:txBody>
      </p:sp>
      <p:sp>
        <p:nvSpPr>
          <p:cNvPr id="15" name="Google Shape;15;p40"/>
          <p:cNvSpPr txBox="1">
            <a:spLocks noGrp="1"/>
          </p:cNvSpPr>
          <p:nvPr>
            <p:ph type="dt" idx="10"/>
          </p:nvPr>
        </p:nvSpPr>
        <p:spPr>
          <a:xfrm>
            <a:off x="550863" y="6507212"/>
            <a:ext cx="2628900" cy="153888"/>
          </a:xfrm>
          <a:prstGeom prst="rect">
            <a:avLst/>
          </a:prstGeom>
          <a:noFill/>
          <a:ln>
            <a:noFill/>
          </a:ln>
        </p:spPr>
        <p:txBody>
          <a:bodyPr spcFirstLastPara="1" wrap="square" lIns="0" tIns="0" rIns="0" bIns="0" anchor="ctr" anchorCtr="0">
            <a:spAutoFit/>
          </a:bodyPr>
          <a:lstStyle>
            <a:lvl1pPr lvl="0" algn="l">
              <a:spcBef>
                <a:spcPts val="0"/>
              </a:spcBef>
              <a:spcAft>
                <a:spcPts val="0"/>
              </a:spcAft>
              <a:buSzPts val="1400"/>
              <a:buNone/>
              <a:defRPr/>
            </a:lvl1pPr>
            <a:lvl2pPr lvl="1" algn="l">
              <a:spcBef>
                <a:spcPts val="0"/>
              </a:spcBef>
              <a:spcAft>
                <a:spcPts val="0"/>
              </a:spcAft>
              <a:buSzPts val="1400"/>
              <a:buNone/>
              <a:defRPr/>
            </a:lvl2pPr>
            <a:lvl3pPr lvl="2" algn="l">
              <a:spcBef>
                <a:spcPts val="0"/>
              </a:spcBef>
              <a:spcAft>
                <a:spcPts val="0"/>
              </a:spcAft>
              <a:buSzPts val="1400"/>
              <a:buNone/>
              <a:defRPr/>
            </a:lvl3pPr>
            <a:lvl4pPr lvl="3" algn="l">
              <a:spcBef>
                <a:spcPts val="0"/>
              </a:spcBef>
              <a:spcAft>
                <a:spcPts val="0"/>
              </a:spcAft>
              <a:buSzPts val="1400"/>
              <a:buNone/>
              <a:defRPr/>
            </a:lvl4pPr>
            <a:lvl5pPr lvl="4" algn="l">
              <a:spcBef>
                <a:spcPts val="0"/>
              </a:spcBef>
              <a:spcAft>
                <a:spcPts val="0"/>
              </a:spcAft>
              <a:buSzPts val="1400"/>
              <a:buNone/>
              <a:defRPr/>
            </a:lvl5pPr>
            <a:lvl6pPr lvl="5" algn="l">
              <a:spcBef>
                <a:spcPts val="0"/>
              </a:spcBef>
              <a:spcAft>
                <a:spcPts val="0"/>
              </a:spcAft>
              <a:buSzPts val="1400"/>
              <a:buNone/>
              <a:defRPr/>
            </a:lvl6pPr>
            <a:lvl7pPr lvl="6" algn="l">
              <a:spcBef>
                <a:spcPts val="0"/>
              </a:spcBef>
              <a:spcAft>
                <a:spcPts val="0"/>
              </a:spcAft>
              <a:buSzPts val="1400"/>
              <a:buNone/>
              <a:defRPr/>
            </a:lvl7pPr>
            <a:lvl8pPr lvl="7" algn="l">
              <a:spcBef>
                <a:spcPts val="0"/>
              </a:spcBef>
              <a:spcAft>
                <a:spcPts val="0"/>
              </a:spcAft>
              <a:buSzPts val="1400"/>
              <a:buNone/>
              <a:defRPr/>
            </a:lvl8pPr>
            <a:lvl9pPr lvl="8" algn="l">
              <a:spcBef>
                <a:spcPts val="0"/>
              </a:spcBef>
              <a:spcAft>
                <a:spcPts val="0"/>
              </a:spcAft>
              <a:buSzPts val="1400"/>
              <a:buNone/>
              <a:defRPr/>
            </a:lvl9pPr>
          </a:lstStyle>
          <a:p>
            <a:endParaRPr/>
          </a:p>
        </p:txBody>
      </p:sp>
      <p:sp>
        <p:nvSpPr>
          <p:cNvPr id="16" name="Google Shape;16;p40"/>
          <p:cNvSpPr txBox="1">
            <a:spLocks noGrp="1"/>
          </p:cNvSpPr>
          <p:nvPr>
            <p:ph type="ftr" idx="11"/>
          </p:nvPr>
        </p:nvSpPr>
        <p:spPr>
          <a:xfrm>
            <a:off x="3359150" y="6507212"/>
            <a:ext cx="6379210" cy="153888"/>
          </a:xfrm>
          <a:prstGeom prst="rect">
            <a:avLst/>
          </a:prstGeom>
          <a:noFill/>
          <a:ln>
            <a:noFill/>
          </a:ln>
        </p:spPr>
        <p:txBody>
          <a:bodyPr spcFirstLastPara="1" wrap="square" lIns="0" tIns="0" rIns="0" bIns="0" anchor="ctr" anchorCtr="0">
            <a:spAutoFit/>
          </a:bodyPr>
          <a:lstStyle>
            <a:lvl1pPr lvl="0" algn="l">
              <a:spcBef>
                <a:spcPts val="0"/>
              </a:spcBef>
              <a:spcAft>
                <a:spcPts val="0"/>
              </a:spcAft>
              <a:buSzPts val="1400"/>
              <a:buNone/>
              <a:defRPr/>
            </a:lvl1pPr>
            <a:lvl2pPr lvl="1" algn="l">
              <a:spcBef>
                <a:spcPts val="0"/>
              </a:spcBef>
              <a:spcAft>
                <a:spcPts val="0"/>
              </a:spcAft>
              <a:buSzPts val="1400"/>
              <a:buNone/>
              <a:defRPr/>
            </a:lvl2pPr>
            <a:lvl3pPr lvl="2" algn="l">
              <a:spcBef>
                <a:spcPts val="0"/>
              </a:spcBef>
              <a:spcAft>
                <a:spcPts val="0"/>
              </a:spcAft>
              <a:buSzPts val="1400"/>
              <a:buNone/>
              <a:defRPr/>
            </a:lvl3pPr>
            <a:lvl4pPr lvl="3" algn="l">
              <a:spcBef>
                <a:spcPts val="0"/>
              </a:spcBef>
              <a:spcAft>
                <a:spcPts val="0"/>
              </a:spcAft>
              <a:buSzPts val="1400"/>
              <a:buNone/>
              <a:defRPr/>
            </a:lvl4pPr>
            <a:lvl5pPr lvl="4" algn="l">
              <a:spcBef>
                <a:spcPts val="0"/>
              </a:spcBef>
              <a:spcAft>
                <a:spcPts val="0"/>
              </a:spcAft>
              <a:buSzPts val="1400"/>
              <a:buNone/>
              <a:defRPr/>
            </a:lvl5pPr>
            <a:lvl6pPr lvl="5" algn="l">
              <a:spcBef>
                <a:spcPts val="0"/>
              </a:spcBef>
              <a:spcAft>
                <a:spcPts val="0"/>
              </a:spcAft>
              <a:buSzPts val="1400"/>
              <a:buNone/>
              <a:defRPr/>
            </a:lvl6pPr>
            <a:lvl7pPr lvl="6" algn="l">
              <a:spcBef>
                <a:spcPts val="0"/>
              </a:spcBef>
              <a:spcAft>
                <a:spcPts val="0"/>
              </a:spcAft>
              <a:buSzPts val="1400"/>
              <a:buNone/>
              <a:defRPr/>
            </a:lvl7pPr>
            <a:lvl8pPr lvl="7" algn="l">
              <a:spcBef>
                <a:spcPts val="0"/>
              </a:spcBef>
              <a:spcAft>
                <a:spcPts val="0"/>
              </a:spcAft>
              <a:buSzPts val="1400"/>
              <a:buNone/>
              <a:defRPr/>
            </a:lvl8pPr>
            <a:lvl9pPr lvl="8" algn="l">
              <a:spcBef>
                <a:spcPts val="0"/>
              </a:spcBef>
              <a:spcAft>
                <a:spcPts val="0"/>
              </a:spcAft>
              <a:buSzPts val="1400"/>
              <a:buNone/>
              <a:defRPr/>
            </a:lvl9pPr>
          </a:lstStyle>
          <a:p>
            <a:endParaRPr/>
          </a:p>
        </p:txBody>
      </p:sp>
      <p:sp>
        <p:nvSpPr>
          <p:cNvPr id="17" name="Google Shape;17;p40"/>
          <p:cNvSpPr txBox="1">
            <a:spLocks noGrp="1"/>
          </p:cNvSpPr>
          <p:nvPr>
            <p:ph type="sldNum" idx="12"/>
          </p:nvPr>
        </p:nvSpPr>
        <p:spPr>
          <a:xfrm>
            <a:off x="9948863" y="6507212"/>
            <a:ext cx="1692274" cy="153888"/>
          </a:xfrm>
          <a:prstGeom prst="rect">
            <a:avLst/>
          </a:prstGeom>
          <a:noFill/>
          <a:ln>
            <a:noFill/>
          </a:ln>
        </p:spPr>
        <p:txBody>
          <a:bodyPr spcFirstLastPara="1" wrap="square" lIns="0" tIns="0" rIns="0" bIns="0" anchor="ctr" anchorCtr="0">
            <a:spAutoFit/>
          </a:bodyPr>
          <a:lstStyle>
            <a:lvl1pPr marL="0" lvl="0" indent="0" algn="r">
              <a:spcBef>
                <a:spcPts val="0"/>
              </a:spcBef>
              <a:buNone/>
              <a:defRPr/>
            </a:lvl1pPr>
            <a:lvl2pPr marL="0" lvl="1" indent="0" algn="r">
              <a:spcBef>
                <a:spcPts val="0"/>
              </a:spcBef>
              <a:buNone/>
              <a:defRPr/>
            </a:lvl2pPr>
            <a:lvl3pPr marL="0" lvl="2" indent="0" algn="r">
              <a:spcBef>
                <a:spcPts val="0"/>
              </a:spcBef>
              <a:buNone/>
              <a:defRPr/>
            </a:lvl3pPr>
            <a:lvl4pPr marL="0" lvl="3" indent="0" algn="r">
              <a:spcBef>
                <a:spcPts val="0"/>
              </a:spcBef>
              <a:buNone/>
              <a:defRPr/>
            </a:lvl4pPr>
            <a:lvl5pPr marL="0" lvl="4" indent="0" algn="r">
              <a:spcBef>
                <a:spcPts val="0"/>
              </a:spcBef>
              <a:buNone/>
              <a:defRPr/>
            </a:lvl5pPr>
            <a:lvl6pPr marL="0" lvl="5" indent="0" algn="r">
              <a:spcBef>
                <a:spcPts val="0"/>
              </a:spcBef>
              <a:buNone/>
              <a:defRPr/>
            </a:lvl6pPr>
            <a:lvl7pPr marL="0" lvl="6" indent="0" algn="r">
              <a:spcBef>
                <a:spcPts val="0"/>
              </a:spcBef>
              <a:buNone/>
              <a:defRPr/>
            </a:lvl7pPr>
            <a:lvl8pPr marL="0" lvl="7" indent="0" algn="r">
              <a:spcBef>
                <a:spcPts val="0"/>
              </a:spcBef>
              <a:buNone/>
              <a:defRPr/>
            </a:lvl8pPr>
            <a:lvl9pPr marL="0" lvl="8" indent="0" algn="r">
              <a:spcBef>
                <a:spcPts val="0"/>
              </a:spcBef>
              <a:buNone/>
              <a:defRPr/>
            </a:lvl9pPr>
          </a:lstStyle>
          <a:p>
            <a:pPr marL="0" lvl="0" indent="0" algn="r" rtl="0">
              <a:spcBef>
                <a:spcPts val="0"/>
              </a:spcBef>
              <a:spcAft>
                <a:spcPts val="0"/>
              </a:spcAft>
              <a:buNone/>
            </a:pPr>
            <a:fld id="{00000000-1234-1234-1234-123412341234}" type="slidenum">
              <a:rPr lang="en-US"/>
              <a:t>‹#›</a:t>
            </a:fld>
            <a:endParaRPr/>
          </a:p>
        </p:txBody>
      </p:sp>
      <p:sp>
        <p:nvSpPr>
          <p:cNvPr id="18" name="Google Shape;18;p40"/>
          <p:cNvSpPr/>
          <p:nvPr/>
        </p:nvSpPr>
        <p:spPr>
          <a:xfrm rot="2700000">
            <a:off x="612445" y="481888"/>
            <a:ext cx="1080000" cy="1262947"/>
          </a:xfrm>
          <a:custGeom>
            <a:avLst/>
            <a:gdLst/>
            <a:ahLst/>
            <a:cxnLst/>
            <a:rect l="l" t="t" r="r" b="b"/>
            <a:pathLst>
              <a:path w="1080000" h="1262947" extrusionOk="0">
                <a:moveTo>
                  <a:pt x="540000" y="0"/>
                </a:moveTo>
                <a:lnTo>
                  <a:pt x="1064374" y="931034"/>
                </a:lnTo>
                <a:lnTo>
                  <a:pt x="1069029" y="938533"/>
                </a:lnTo>
                <a:cubicBezTo>
                  <a:pt x="1076223" y="956109"/>
                  <a:pt x="1080000" y="974307"/>
                  <a:pt x="1080000" y="992947"/>
                </a:cubicBezTo>
                <a:cubicBezTo>
                  <a:pt x="1080000" y="1142064"/>
                  <a:pt x="838234" y="1262947"/>
                  <a:pt x="540000" y="1262947"/>
                </a:cubicBezTo>
                <a:cubicBezTo>
                  <a:pt x="241766" y="1262947"/>
                  <a:pt x="0" y="1142064"/>
                  <a:pt x="0" y="992947"/>
                </a:cubicBezTo>
                <a:cubicBezTo>
                  <a:pt x="0" y="974307"/>
                  <a:pt x="3778" y="956109"/>
                  <a:pt x="10971" y="938533"/>
                </a:cubicBezTo>
                <a:lnTo>
                  <a:pt x="15626" y="931034"/>
                </a:lnTo>
                <a:lnTo>
                  <a:pt x="540000" y="0"/>
                </a:lnTo>
                <a:close/>
              </a:path>
            </a:pathLst>
          </a:custGeom>
          <a:gradFill>
            <a:gsLst>
              <a:gs pos="0">
                <a:srgbClr val="2B274A"/>
              </a:gs>
              <a:gs pos="30000">
                <a:srgbClr val="2B274A"/>
              </a:gs>
              <a:gs pos="40000">
                <a:srgbClr val="453E75"/>
              </a:gs>
              <a:gs pos="60000">
                <a:srgbClr val="2B274A"/>
              </a:gs>
              <a:gs pos="100000">
                <a:schemeClr val="dk2"/>
              </a:gs>
            </a:gsLst>
            <a:lin ang="600000" scaled="0"/>
          </a:gradFill>
          <a:ln>
            <a:noFill/>
          </a:ln>
        </p:spPr>
        <p:txBody>
          <a:bodyPr spcFirstLastPara="1" wrap="square" lIns="91425" tIns="45700" rIns="91425" bIns="45700" anchor="ctr" anchorCtr="0">
            <a:noAutofit/>
          </a:bodyPr>
          <a:lstStyle/>
          <a:p>
            <a:pPr marL="0" marR="0" lvl="0" indent="0" algn="ctr" rtl="0">
              <a:spcBef>
                <a:spcPts val="0"/>
              </a:spcBef>
              <a:spcAft>
                <a:spcPts val="0"/>
              </a:spcAft>
              <a:buNone/>
            </a:pPr>
            <a:endParaRPr sz="1800" b="0" i="0" u="none" strike="noStrike" cap="none">
              <a:solidFill>
                <a:schemeClr val="lt1"/>
              </a:solidFill>
              <a:latin typeface="Arial"/>
              <a:ea typeface="Arial"/>
              <a:cs typeface="Arial"/>
              <a:sym typeface="Arial"/>
            </a:endParaRPr>
          </a:p>
        </p:txBody>
      </p:sp>
      <p:sp>
        <p:nvSpPr>
          <p:cNvPr id="19" name="Google Shape;19;p40"/>
          <p:cNvSpPr/>
          <p:nvPr/>
        </p:nvSpPr>
        <p:spPr>
          <a:xfrm rot="8100000">
            <a:off x="626845" y="828962"/>
            <a:ext cx="540000" cy="1080000"/>
          </a:xfrm>
          <a:prstGeom prst="ellipse">
            <a:avLst/>
          </a:prstGeom>
          <a:gradFill>
            <a:gsLst>
              <a:gs pos="0">
                <a:srgbClr val="221F3B"/>
              </a:gs>
              <a:gs pos="50000">
                <a:srgbClr val="221F3B"/>
              </a:gs>
              <a:gs pos="100000">
                <a:srgbClr val="2B274A"/>
              </a:gs>
            </a:gsLst>
            <a:lin ang="5400000" scaled="0"/>
          </a:gradFill>
          <a:ln>
            <a:noFill/>
          </a:ln>
        </p:spPr>
        <p:txBody>
          <a:bodyPr spcFirstLastPara="1" wrap="square" lIns="91425" tIns="45700" rIns="91425" bIns="45700" anchor="ctr" anchorCtr="0">
            <a:noAutofit/>
          </a:bodyPr>
          <a:lstStyle/>
          <a:p>
            <a:pPr marL="0" marR="0" lvl="0" indent="0" algn="ctr" rtl="0">
              <a:spcBef>
                <a:spcPts val="0"/>
              </a:spcBef>
              <a:spcAft>
                <a:spcPts val="0"/>
              </a:spcAft>
              <a:buNone/>
            </a:pPr>
            <a:endParaRPr sz="1800" b="0" i="0" u="none" strike="noStrike" cap="none">
              <a:solidFill>
                <a:schemeClr val="lt1"/>
              </a:solidFill>
              <a:latin typeface="Arial"/>
              <a:ea typeface="Arial"/>
              <a:cs typeface="Arial"/>
              <a:sym typeface="Arial"/>
            </a:endParaRPr>
          </a:p>
        </p:txBody>
      </p:sp>
      <p:sp>
        <p:nvSpPr>
          <p:cNvPr id="20" name="Google Shape;20;p40"/>
          <p:cNvSpPr/>
          <p:nvPr/>
        </p:nvSpPr>
        <p:spPr>
          <a:xfrm>
            <a:off x="1800802" y="2472855"/>
            <a:ext cx="360000" cy="360000"/>
          </a:xfrm>
          <a:prstGeom prst="ellipse">
            <a:avLst/>
          </a:prstGeom>
          <a:gradFill>
            <a:gsLst>
              <a:gs pos="0">
                <a:schemeClr val="dk2"/>
              </a:gs>
              <a:gs pos="60000">
                <a:schemeClr val="dk2"/>
              </a:gs>
              <a:gs pos="100000">
                <a:srgbClr val="746EB3"/>
              </a:gs>
            </a:gsLst>
            <a:path path="circle">
              <a:fillToRect l="100000" b="100000"/>
            </a:path>
            <a:tileRect t="-100000" r="-100000"/>
          </a:gradFill>
          <a:ln>
            <a:noFill/>
          </a:ln>
        </p:spPr>
        <p:txBody>
          <a:bodyPr spcFirstLastPara="1" wrap="square" lIns="91425" tIns="45700" rIns="91425" bIns="45700" anchor="ctr" anchorCtr="0">
            <a:noAutofit/>
          </a:bodyPr>
          <a:lstStyle/>
          <a:p>
            <a:pPr marL="0" marR="0" lvl="0" indent="0" algn="ctr" rtl="0">
              <a:spcBef>
                <a:spcPts val="0"/>
              </a:spcBef>
              <a:spcAft>
                <a:spcPts val="0"/>
              </a:spcAft>
              <a:buNone/>
            </a:pPr>
            <a:endParaRPr sz="1800" b="0" i="0" u="none" strike="noStrike" cap="none">
              <a:solidFill>
                <a:schemeClr val="lt1"/>
              </a:solidFill>
              <a:latin typeface="Arial"/>
              <a:ea typeface="Arial"/>
              <a:cs typeface="Arial"/>
              <a:sym typeface="Arial"/>
            </a:endParaRPr>
          </a:p>
        </p:txBody>
      </p:sp>
      <p:grpSp>
        <p:nvGrpSpPr>
          <p:cNvPr id="21" name="Google Shape;21;p40"/>
          <p:cNvGrpSpPr/>
          <p:nvPr/>
        </p:nvGrpSpPr>
        <p:grpSpPr>
          <a:xfrm>
            <a:off x="1292493" y="4299807"/>
            <a:ext cx="2083885" cy="2083885"/>
            <a:chOff x="4842143" y="3556857"/>
            <a:chExt cx="2083885" cy="2083885"/>
          </a:xfrm>
        </p:grpSpPr>
        <p:sp>
          <p:nvSpPr>
            <p:cNvPr id="22" name="Google Shape;22;p40"/>
            <p:cNvSpPr/>
            <p:nvPr/>
          </p:nvSpPr>
          <p:spPr>
            <a:xfrm rot="8100000" flipH="1">
              <a:off x="5005634" y="4191206"/>
              <a:ext cx="1853969" cy="926985"/>
            </a:xfrm>
            <a:custGeom>
              <a:avLst/>
              <a:gdLst/>
              <a:ahLst/>
              <a:cxnLst/>
              <a:rect l="l" t="t" r="r" b="b"/>
              <a:pathLst>
                <a:path w="2658746" h="1329373" extrusionOk="0">
                  <a:moveTo>
                    <a:pt x="1329373" y="0"/>
                  </a:moveTo>
                  <a:cubicBezTo>
                    <a:pt x="2063565" y="0"/>
                    <a:pt x="2658746" y="595181"/>
                    <a:pt x="2658746" y="1329373"/>
                  </a:cubicBezTo>
                  <a:lnTo>
                    <a:pt x="1994059" y="1329373"/>
                  </a:lnTo>
                  <a:cubicBezTo>
                    <a:pt x="1994059" y="962277"/>
                    <a:pt x="1696469" y="664687"/>
                    <a:pt x="1329373" y="664687"/>
                  </a:cubicBezTo>
                  <a:cubicBezTo>
                    <a:pt x="962277" y="664687"/>
                    <a:pt x="664687" y="962277"/>
                    <a:pt x="664687" y="1329373"/>
                  </a:cubicBezTo>
                  <a:lnTo>
                    <a:pt x="0" y="1329373"/>
                  </a:lnTo>
                  <a:cubicBezTo>
                    <a:pt x="0" y="595181"/>
                    <a:pt x="595181" y="0"/>
                    <a:pt x="1329373" y="0"/>
                  </a:cubicBezTo>
                  <a:close/>
                </a:path>
              </a:pathLst>
            </a:custGeom>
            <a:solidFill>
              <a:schemeClr val="dk2"/>
            </a:solidFill>
            <a:ln>
              <a:noFill/>
            </a:ln>
          </p:spPr>
          <p:txBody>
            <a:bodyPr spcFirstLastPara="1" wrap="square" lIns="91425" tIns="45700" rIns="91425" bIns="45700" anchor="ctr" anchorCtr="0">
              <a:noAutofit/>
            </a:bodyPr>
            <a:lstStyle/>
            <a:p>
              <a:pPr marL="0" marR="0" lvl="0" indent="0" algn="ctr" rtl="0">
                <a:spcBef>
                  <a:spcPts val="0"/>
                </a:spcBef>
                <a:spcAft>
                  <a:spcPts val="0"/>
                </a:spcAft>
                <a:buNone/>
              </a:pPr>
              <a:endParaRPr sz="1800" b="0" i="0" u="none" strike="noStrike" cap="none">
                <a:solidFill>
                  <a:schemeClr val="lt1"/>
                </a:solidFill>
                <a:latin typeface="Arial"/>
                <a:ea typeface="Arial"/>
                <a:cs typeface="Arial"/>
                <a:sym typeface="Arial"/>
              </a:endParaRPr>
            </a:p>
          </p:txBody>
        </p:sp>
        <p:sp>
          <p:nvSpPr>
            <p:cNvPr id="23" name="Google Shape;23;p40"/>
            <p:cNvSpPr/>
            <p:nvPr/>
          </p:nvSpPr>
          <p:spPr>
            <a:xfrm rot="8100000" flipH="1">
              <a:off x="4957101" y="4052255"/>
              <a:ext cx="1853969" cy="1093090"/>
            </a:xfrm>
            <a:custGeom>
              <a:avLst/>
              <a:gdLst/>
              <a:ahLst/>
              <a:cxnLst/>
              <a:rect l="l" t="t" r="r" b="b"/>
              <a:pathLst>
                <a:path w="2658746" h="1329373" extrusionOk="0">
                  <a:moveTo>
                    <a:pt x="1329373" y="0"/>
                  </a:moveTo>
                  <a:cubicBezTo>
                    <a:pt x="2063565" y="0"/>
                    <a:pt x="2658746" y="595181"/>
                    <a:pt x="2658746" y="1329373"/>
                  </a:cubicBezTo>
                  <a:lnTo>
                    <a:pt x="1994059" y="1329373"/>
                  </a:lnTo>
                  <a:cubicBezTo>
                    <a:pt x="1994059" y="962277"/>
                    <a:pt x="1696469" y="664687"/>
                    <a:pt x="1329373" y="664687"/>
                  </a:cubicBezTo>
                  <a:cubicBezTo>
                    <a:pt x="962277" y="664687"/>
                    <a:pt x="664687" y="962277"/>
                    <a:pt x="664687" y="1329373"/>
                  </a:cubicBezTo>
                  <a:lnTo>
                    <a:pt x="0" y="1329373"/>
                  </a:lnTo>
                  <a:cubicBezTo>
                    <a:pt x="0" y="595181"/>
                    <a:pt x="595181" y="0"/>
                    <a:pt x="1329373" y="0"/>
                  </a:cubicBezTo>
                  <a:close/>
                </a:path>
              </a:pathLst>
            </a:custGeom>
            <a:solidFill>
              <a:srgbClr val="746EB3">
                <a:alpha val="40000"/>
              </a:srgbClr>
            </a:solidFill>
            <a:ln>
              <a:noFill/>
            </a:ln>
          </p:spPr>
          <p:txBody>
            <a:bodyPr spcFirstLastPara="1" wrap="square" lIns="91425" tIns="45700" rIns="91425" bIns="45700" anchor="ctr" anchorCtr="0">
              <a:noAutofit/>
            </a:bodyPr>
            <a:lstStyle/>
            <a:p>
              <a:pPr marL="0" marR="0" lvl="0" indent="0" algn="ctr" rtl="0">
                <a:spcBef>
                  <a:spcPts val="0"/>
                </a:spcBef>
                <a:spcAft>
                  <a:spcPts val="0"/>
                </a:spcAft>
                <a:buNone/>
              </a:pPr>
              <a:endParaRPr sz="1800" b="0" i="0" u="none" strike="noStrike" cap="none">
                <a:solidFill>
                  <a:schemeClr val="lt1"/>
                </a:solidFill>
                <a:latin typeface="Arial"/>
                <a:ea typeface="Arial"/>
                <a:cs typeface="Arial"/>
                <a:sym typeface="Arial"/>
              </a:endParaRPr>
            </a:p>
          </p:txBody>
        </p:sp>
        <p:sp>
          <p:nvSpPr>
            <p:cNvPr id="24" name="Google Shape;24;p40"/>
            <p:cNvSpPr/>
            <p:nvPr/>
          </p:nvSpPr>
          <p:spPr>
            <a:xfrm rot="2700000" flipH="1">
              <a:off x="6040374" y="3601683"/>
              <a:ext cx="107098" cy="466589"/>
            </a:xfrm>
            <a:prstGeom prst="ellipse">
              <a:avLst/>
            </a:prstGeom>
            <a:solidFill>
              <a:srgbClr val="2B274A"/>
            </a:solidFill>
            <a:ln>
              <a:noFill/>
            </a:ln>
          </p:spPr>
          <p:txBody>
            <a:bodyPr spcFirstLastPara="1" wrap="square" lIns="91425" tIns="45700" rIns="91425" bIns="45700" anchor="ctr" anchorCtr="0">
              <a:noAutofit/>
            </a:bodyPr>
            <a:lstStyle/>
            <a:p>
              <a:pPr marL="0" marR="0" lvl="0" indent="0" algn="ctr" rtl="0">
                <a:spcBef>
                  <a:spcPts val="0"/>
                </a:spcBef>
                <a:spcAft>
                  <a:spcPts val="0"/>
                </a:spcAft>
                <a:buNone/>
              </a:pPr>
              <a:endParaRPr sz="1800" b="0" i="0" u="none" strike="noStrike" cap="none">
                <a:solidFill>
                  <a:schemeClr val="lt1"/>
                </a:solidFill>
                <a:latin typeface="Arial"/>
                <a:ea typeface="Arial"/>
                <a:cs typeface="Arial"/>
                <a:sym typeface="Arial"/>
              </a:endParaRPr>
            </a:p>
          </p:txBody>
        </p:sp>
        <p:sp>
          <p:nvSpPr>
            <p:cNvPr id="25" name="Google Shape;25;p40"/>
            <p:cNvSpPr/>
            <p:nvPr/>
          </p:nvSpPr>
          <p:spPr>
            <a:xfrm rot="2700000" flipH="1">
              <a:off x="5059348" y="4582709"/>
              <a:ext cx="107098" cy="466589"/>
            </a:xfrm>
            <a:prstGeom prst="ellipse">
              <a:avLst/>
            </a:prstGeom>
            <a:solidFill>
              <a:srgbClr val="2B274A"/>
            </a:solidFill>
            <a:ln>
              <a:noFill/>
            </a:ln>
          </p:spPr>
          <p:txBody>
            <a:bodyPr spcFirstLastPara="1" wrap="square" lIns="91425" tIns="45700" rIns="91425" bIns="45700" anchor="ctr" anchorCtr="0">
              <a:noAutofit/>
            </a:bodyPr>
            <a:lstStyle/>
            <a:p>
              <a:pPr marL="0" marR="0" lvl="0" indent="0" algn="ctr" rtl="0">
                <a:spcBef>
                  <a:spcPts val="0"/>
                </a:spcBef>
                <a:spcAft>
                  <a:spcPts val="0"/>
                </a:spcAft>
                <a:buNone/>
              </a:pPr>
              <a:endParaRPr sz="1800" b="0" i="0" u="none" strike="noStrike" cap="none">
                <a:solidFill>
                  <a:schemeClr val="lt1"/>
                </a:solidFill>
                <a:latin typeface="Arial"/>
                <a:ea typeface="Arial"/>
                <a:cs typeface="Arial"/>
                <a:sym typeface="Arial"/>
              </a:endParaRPr>
            </a:p>
          </p:txBody>
        </p:sp>
      </p:grpSp>
    </p:spTree>
  </p:cSld>
  <p:clrMapOvr>
    <a:masterClrMapping/>
  </p:clrMapOvr>
</p:sldLayout>
</file>

<file path=ppt/slideLayouts/slideLayout2.xml><?xml version="1.0" encoding="utf-8"?>
<p:sldLayout xmlns:a="http://schemas.openxmlformats.org/drawingml/2006/main" xmlns:r="http://schemas.openxmlformats.org/officeDocument/2006/relationships" xmlns:p="http://schemas.openxmlformats.org/presentationml/2006/main" matchingName="Title and Content" type="obj">
  <p:cSld name="OBJECT">
    <p:spTree>
      <p:nvGrpSpPr>
        <p:cNvPr id="1" name="Shape 26"/>
        <p:cNvGrpSpPr/>
        <p:nvPr/>
      </p:nvGrpSpPr>
      <p:grpSpPr>
        <a:xfrm>
          <a:off x="0" y="0"/>
          <a:ext cx="0" cy="0"/>
          <a:chOff x="0" y="0"/>
          <a:chExt cx="0" cy="0"/>
        </a:xfrm>
      </p:grpSpPr>
      <p:grpSp>
        <p:nvGrpSpPr>
          <p:cNvPr id="27" name="Google Shape;27;p41"/>
          <p:cNvGrpSpPr/>
          <p:nvPr/>
        </p:nvGrpSpPr>
        <p:grpSpPr>
          <a:xfrm>
            <a:off x="363888" y="5322560"/>
            <a:ext cx="1030305" cy="1030305"/>
            <a:chOff x="10240859" y="1436639"/>
            <a:chExt cx="1030305" cy="1030305"/>
          </a:xfrm>
        </p:grpSpPr>
        <p:sp>
          <p:nvSpPr>
            <p:cNvPr id="28" name="Google Shape;28;p41"/>
            <p:cNvSpPr/>
            <p:nvPr/>
          </p:nvSpPr>
          <p:spPr>
            <a:xfrm rot="-8100000">
              <a:off x="10268976" y="1743588"/>
              <a:ext cx="926985" cy="463493"/>
            </a:xfrm>
            <a:custGeom>
              <a:avLst/>
              <a:gdLst/>
              <a:ahLst/>
              <a:cxnLst/>
              <a:rect l="l" t="t" r="r" b="b"/>
              <a:pathLst>
                <a:path w="2658746" h="1329373" extrusionOk="0">
                  <a:moveTo>
                    <a:pt x="1329373" y="0"/>
                  </a:moveTo>
                  <a:cubicBezTo>
                    <a:pt x="2063565" y="0"/>
                    <a:pt x="2658746" y="595181"/>
                    <a:pt x="2658746" y="1329373"/>
                  </a:cubicBezTo>
                  <a:lnTo>
                    <a:pt x="1994059" y="1329373"/>
                  </a:lnTo>
                  <a:cubicBezTo>
                    <a:pt x="1994059" y="962277"/>
                    <a:pt x="1696469" y="664687"/>
                    <a:pt x="1329373" y="664687"/>
                  </a:cubicBezTo>
                  <a:cubicBezTo>
                    <a:pt x="962277" y="664687"/>
                    <a:pt x="664687" y="962277"/>
                    <a:pt x="664687" y="1329373"/>
                  </a:cubicBezTo>
                  <a:lnTo>
                    <a:pt x="0" y="1329373"/>
                  </a:lnTo>
                  <a:cubicBezTo>
                    <a:pt x="0" y="595181"/>
                    <a:pt x="595181" y="0"/>
                    <a:pt x="1329373" y="0"/>
                  </a:cubicBezTo>
                  <a:close/>
                </a:path>
              </a:pathLst>
            </a:custGeom>
            <a:solidFill>
              <a:schemeClr val="dk2"/>
            </a:solidFill>
            <a:ln>
              <a:noFill/>
            </a:ln>
          </p:spPr>
          <p:txBody>
            <a:bodyPr spcFirstLastPara="1" wrap="square" lIns="91425" tIns="45700" rIns="91425" bIns="45700" anchor="ctr" anchorCtr="0">
              <a:noAutofit/>
            </a:bodyPr>
            <a:lstStyle/>
            <a:p>
              <a:pPr marL="0" marR="0" lvl="0" indent="0" algn="ctr" rtl="0">
                <a:spcBef>
                  <a:spcPts val="0"/>
                </a:spcBef>
                <a:spcAft>
                  <a:spcPts val="0"/>
                </a:spcAft>
                <a:buNone/>
              </a:pPr>
              <a:endParaRPr sz="1800" b="0" i="0" u="none" strike="noStrike" cap="none">
                <a:solidFill>
                  <a:schemeClr val="lt1"/>
                </a:solidFill>
                <a:latin typeface="Arial"/>
                <a:ea typeface="Arial"/>
                <a:cs typeface="Arial"/>
                <a:sym typeface="Arial"/>
              </a:endParaRPr>
            </a:p>
          </p:txBody>
        </p:sp>
        <p:sp>
          <p:nvSpPr>
            <p:cNvPr id="29" name="Google Shape;29;p41"/>
            <p:cNvSpPr/>
            <p:nvPr/>
          </p:nvSpPr>
          <p:spPr>
            <a:xfrm rot="-2700000">
              <a:off x="11115555" y="1939340"/>
              <a:ext cx="53549" cy="233295"/>
            </a:xfrm>
            <a:prstGeom prst="ellipse">
              <a:avLst/>
            </a:prstGeom>
            <a:solidFill>
              <a:srgbClr val="2B274A"/>
            </a:solidFill>
            <a:ln>
              <a:noFill/>
            </a:ln>
          </p:spPr>
          <p:txBody>
            <a:bodyPr spcFirstLastPara="1" wrap="square" lIns="91425" tIns="45700" rIns="91425" bIns="45700" anchor="ctr" anchorCtr="0">
              <a:noAutofit/>
            </a:bodyPr>
            <a:lstStyle/>
            <a:p>
              <a:pPr marL="0" marR="0" lvl="0" indent="0" algn="ctr" rtl="0">
                <a:spcBef>
                  <a:spcPts val="0"/>
                </a:spcBef>
                <a:spcAft>
                  <a:spcPts val="0"/>
                </a:spcAft>
                <a:buNone/>
              </a:pPr>
              <a:endParaRPr sz="1800" b="0" i="0" u="none" strike="noStrike" cap="none">
                <a:solidFill>
                  <a:schemeClr val="lt1"/>
                </a:solidFill>
                <a:latin typeface="Arial"/>
                <a:ea typeface="Arial"/>
                <a:cs typeface="Arial"/>
                <a:sym typeface="Arial"/>
              </a:endParaRPr>
            </a:p>
          </p:txBody>
        </p:sp>
        <p:sp>
          <p:nvSpPr>
            <p:cNvPr id="30" name="Google Shape;30;p41"/>
            <p:cNvSpPr/>
            <p:nvPr/>
          </p:nvSpPr>
          <p:spPr>
            <a:xfrm rot="-2700000">
              <a:off x="10625042" y="1448827"/>
              <a:ext cx="53549" cy="233295"/>
            </a:xfrm>
            <a:prstGeom prst="ellipse">
              <a:avLst/>
            </a:prstGeom>
            <a:solidFill>
              <a:srgbClr val="2B274A"/>
            </a:solidFill>
            <a:ln>
              <a:noFill/>
            </a:ln>
          </p:spPr>
          <p:txBody>
            <a:bodyPr spcFirstLastPara="1" wrap="square" lIns="91425" tIns="45700" rIns="91425" bIns="45700" anchor="ctr" anchorCtr="0">
              <a:noAutofit/>
            </a:bodyPr>
            <a:lstStyle/>
            <a:p>
              <a:pPr marL="0" marR="0" lvl="0" indent="0" algn="ctr" rtl="0">
                <a:spcBef>
                  <a:spcPts val="0"/>
                </a:spcBef>
                <a:spcAft>
                  <a:spcPts val="0"/>
                </a:spcAft>
                <a:buNone/>
              </a:pPr>
              <a:endParaRPr sz="1800" b="0" i="0" u="none" strike="noStrike" cap="none">
                <a:solidFill>
                  <a:schemeClr val="lt1"/>
                </a:solidFill>
                <a:latin typeface="Arial"/>
                <a:ea typeface="Arial"/>
                <a:cs typeface="Arial"/>
                <a:sym typeface="Arial"/>
              </a:endParaRPr>
            </a:p>
          </p:txBody>
        </p:sp>
        <p:sp>
          <p:nvSpPr>
            <p:cNvPr id="31" name="Google Shape;31;p41"/>
            <p:cNvSpPr/>
            <p:nvPr/>
          </p:nvSpPr>
          <p:spPr>
            <a:xfrm rot="-8100000">
              <a:off x="10292519" y="1686748"/>
              <a:ext cx="926985" cy="530086"/>
            </a:xfrm>
            <a:custGeom>
              <a:avLst/>
              <a:gdLst/>
              <a:ahLst/>
              <a:cxnLst/>
              <a:rect l="l" t="t" r="r" b="b"/>
              <a:pathLst>
                <a:path w="2658746" h="1329373" extrusionOk="0">
                  <a:moveTo>
                    <a:pt x="1329373" y="0"/>
                  </a:moveTo>
                  <a:cubicBezTo>
                    <a:pt x="2063565" y="0"/>
                    <a:pt x="2658746" y="595181"/>
                    <a:pt x="2658746" y="1329373"/>
                  </a:cubicBezTo>
                  <a:lnTo>
                    <a:pt x="1994059" y="1329373"/>
                  </a:lnTo>
                  <a:cubicBezTo>
                    <a:pt x="1994059" y="962277"/>
                    <a:pt x="1696469" y="664687"/>
                    <a:pt x="1329373" y="664687"/>
                  </a:cubicBezTo>
                  <a:cubicBezTo>
                    <a:pt x="962277" y="664687"/>
                    <a:pt x="664687" y="962277"/>
                    <a:pt x="664687" y="1329373"/>
                  </a:cubicBezTo>
                  <a:lnTo>
                    <a:pt x="0" y="1329373"/>
                  </a:lnTo>
                  <a:cubicBezTo>
                    <a:pt x="0" y="595181"/>
                    <a:pt x="595181" y="0"/>
                    <a:pt x="1329373" y="0"/>
                  </a:cubicBezTo>
                  <a:close/>
                </a:path>
              </a:pathLst>
            </a:custGeom>
            <a:solidFill>
              <a:srgbClr val="746EB3">
                <a:alpha val="20000"/>
              </a:srgbClr>
            </a:solidFill>
            <a:ln>
              <a:noFill/>
            </a:ln>
          </p:spPr>
          <p:txBody>
            <a:bodyPr spcFirstLastPara="1" wrap="square" lIns="91425" tIns="45700" rIns="91425" bIns="45700" anchor="ctr" anchorCtr="0">
              <a:noAutofit/>
            </a:bodyPr>
            <a:lstStyle/>
            <a:p>
              <a:pPr marL="0" marR="0" lvl="0" indent="0" algn="ctr" rtl="0">
                <a:spcBef>
                  <a:spcPts val="0"/>
                </a:spcBef>
                <a:spcAft>
                  <a:spcPts val="0"/>
                </a:spcAft>
                <a:buNone/>
              </a:pPr>
              <a:endParaRPr sz="1800" b="0" i="0" u="none" strike="noStrike" cap="none">
                <a:solidFill>
                  <a:schemeClr val="lt1"/>
                </a:solidFill>
                <a:latin typeface="Arial"/>
                <a:ea typeface="Arial"/>
                <a:cs typeface="Arial"/>
                <a:sym typeface="Arial"/>
              </a:endParaRPr>
            </a:p>
          </p:txBody>
        </p:sp>
      </p:grpSp>
      <p:sp>
        <p:nvSpPr>
          <p:cNvPr id="32" name="Google Shape;32;p41"/>
          <p:cNvSpPr txBox="1">
            <a:spLocks noGrp="1"/>
          </p:cNvSpPr>
          <p:nvPr>
            <p:ph type="title"/>
          </p:nvPr>
        </p:nvSpPr>
        <p:spPr>
          <a:xfrm>
            <a:off x="550862" y="549275"/>
            <a:ext cx="11091600" cy="1332000"/>
          </a:xfrm>
          <a:prstGeom prst="rect">
            <a:avLst/>
          </a:prstGeom>
          <a:noFill/>
          <a:ln>
            <a:noFill/>
          </a:ln>
        </p:spPr>
        <p:txBody>
          <a:bodyPr spcFirstLastPara="1" wrap="square" lIns="0" tIns="0" rIns="0" bIns="0" anchor="t" anchorCtr="0">
            <a:normAutofit/>
          </a:bodyPr>
          <a:lstStyle>
            <a:lvl1pPr lvl="0" algn="l">
              <a:lnSpc>
                <a:spcPct val="100000"/>
              </a:lnSpc>
              <a:spcBef>
                <a:spcPts val="0"/>
              </a:spcBef>
              <a:spcAft>
                <a:spcPts val="0"/>
              </a:spcAft>
              <a:buClr>
                <a:schemeClr val="lt1"/>
              </a:buClr>
              <a:buSzPts val="4800"/>
              <a:buFont typeface="Arial"/>
              <a:buNone/>
              <a:defRPr/>
            </a:lvl1pPr>
            <a:lvl2pPr lvl="1">
              <a:spcBef>
                <a:spcPts val="0"/>
              </a:spcBef>
              <a:spcAft>
                <a:spcPts val="0"/>
              </a:spcAft>
              <a:buSzPts val="1400"/>
              <a:buNone/>
              <a:defRPr/>
            </a:lvl2pPr>
            <a:lvl3pPr lvl="2">
              <a:spcBef>
                <a:spcPts val="0"/>
              </a:spcBef>
              <a:spcAft>
                <a:spcPts val="0"/>
              </a:spcAft>
              <a:buSzPts val="1400"/>
              <a:buNone/>
              <a:defRPr/>
            </a:lvl3pPr>
            <a:lvl4pPr lvl="3">
              <a:spcBef>
                <a:spcPts val="0"/>
              </a:spcBef>
              <a:spcAft>
                <a:spcPts val="0"/>
              </a:spcAft>
              <a:buSzPts val="1400"/>
              <a:buNone/>
              <a:defRPr/>
            </a:lvl4pPr>
            <a:lvl5pPr lvl="4">
              <a:spcBef>
                <a:spcPts val="0"/>
              </a:spcBef>
              <a:spcAft>
                <a:spcPts val="0"/>
              </a:spcAft>
              <a:buSzPts val="1400"/>
              <a:buNone/>
              <a:defRPr/>
            </a:lvl5pPr>
            <a:lvl6pPr lvl="5">
              <a:spcBef>
                <a:spcPts val="0"/>
              </a:spcBef>
              <a:spcAft>
                <a:spcPts val="0"/>
              </a:spcAft>
              <a:buSzPts val="1400"/>
              <a:buNone/>
              <a:defRPr/>
            </a:lvl6pPr>
            <a:lvl7pPr lvl="6">
              <a:spcBef>
                <a:spcPts val="0"/>
              </a:spcBef>
              <a:spcAft>
                <a:spcPts val="0"/>
              </a:spcAft>
              <a:buSzPts val="1400"/>
              <a:buNone/>
              <a:defRPr/>
            </a:lvl7pPr>
            <a:lvl8pPr lvl="7">
              <a:spcBef>
                <a:spcPts val="0"/>
              </a:spcBef>
              <a:spcAft>
                <a:spcPts val="0"/>
              </a:spcAft>
              <a:buSzPts val="1400"/>
              <a:buNone/>
              <a:defRPr/>
            </a:lvl8pPr>
            <a:lvl9pPr lvl="8">
              <a:spcBef>
                <a:spcPts val="0"/>
              </a:spcBef>
              <a:spcAft>
                <a:spcPts val="0"/>
              </a:spcAft>
              <a:buSzPts val="1400"/>
              <a:buNone/>
              <a:defRPr/>
            </a:lvl9pPr>
          </a:lstStyle>
          <a:p>
            <a:endParaRPr/>
          </a:p>
        </p:txBody>
      </p:sp>
      <p:sp>
        <p:nvSpPr>
          <p:cNvPr id="33" name="Google Shape;33;p41"/>
          <p:cNvSpPr txBox="1">
            <a:spLocks noGrp="1"/>
          </p:cNvSpPr>
          <p:nvPr>
            <p:ph type="body" idx="1"/>
          </p:nvPr>
        </p:nvSpPr>
        <p:spPr>
          <a:xfrm>
            <a:off x="550863" y="2113199"/>
            <a:ext cx="11090274" cy="3979625"/>
          </a:xfrm>
          <a:prstGeom prst="rect">
            <a:avLst/>
          </a:prstGeom>
          <a:noFill/>
          <a:ln>
            <a:noFill/>
          </a:ln>
        </p:spPr>
        <p:txBody>
          <a:bodyPr spcFirstLastPara="1" wrap="square" lIns="0" tIns="0" rIns="0" bIns="0" anchor="t" anchorCtr="0">
            <a:normAutofit/>
          </a:bodyPr>
          <a:lstStyle>
            <a:lvl1pPr marL="457200" lvl="0" indent="-342900" algn="l">
              <a:lnSpc>
                <a:spcPct val="110000"/>
              </a:lnSpc>
              <a:spcBef>
                <a:spcPts val="1000"/>
              </a:spcBef>
              <a:spcAft>
                <a:spcPts val="0"/>
              </a:spcAft>
              <a:buClr>
                <a:schemeClr val="lt1"/>
              </a:buClr>
              <a:buSzPts val="1800"/>
              <a:buChar char="•"/>
              <a:defRPr/>
            </a:lvl1pPr>
            <a:lvl2pPr marL="914400" lvl="1" indent="-342900" algn="l">
              <a:lnSpc>
                <a:spcPct val="110000"/>
              </a:lnSpc>
              <a:spcBef>
                <a:spcPts val="800"/>
              </a:spcBef>
              <a:spcAft>
                <a:spcPts val="0"/>
              </a:spcAft>
              <a:buClr>
                <a:schemeClr val="lt1"/>
              </a:buClr>
              <a:buSzPts val="1800"/>
              <a:buChar char="•"/>
              <a:defRPr/>
            </a:lvl2pPr>
            <a:lvl3pPr marL="1371600" lvl="2" indent="-342900" algn="l">
              <a:lnSpc>
                <a:spcPct val="110000"/>
              </a:lnSpc>
              <a:spcBef>
                <a:spcPts val="800"/>
              </a:spcBef>
              <a:spcAft>
                <a:spcPts val="0"/>
              </a:spcAft>
              <a:buClr>
                <a:schemeClr val="lt1"/>
              </a:buClr>
              <a:buSzPts val="1800"/>
              <a:buChar char="•"/>
              <a:defRPr/>
            </a:lvl3pPr>
            <a:lvl4pPr marL="1828800" lvl="3" indent="-342900" algn="l">
              <a:lnSpc>
                <a:spcPct val="110000"/>
              </a:lnSpc>
              <a:spcBef>
                <a:spcPts val="800"/>
              </a:spcBef>
              <a:spcAft>
                <a:spcPts val="0"/>
              </a:spcAft>
              <a:buClr>
                <a:schemeClr val="lt1"/>
              </a:buClr>
              <a:buSzPts val="1800"/>
              <a:buChar char="•"/>
              <a:defRPr/>
            </a:lvl4pPr>
            <a:lvl5pPr marL="2286000" lvl="4" indent="-342900" algn="l">
              <a:lnSpc>
                <a:spcPct val="110000"/>
              </a:lnSpc>
              <a:spcBef>
                <a:spcPts val="800"/>
              </a:spcBef>
              <a:spcAft>
                <a:spcPts val="0"/>
              </a:spcAft>
              <a:buClr>
                <a:schemeClr val="lt1"/>
              </a:buClr>
              <a:buSzPts val="1800"/>
              <a:buChar char="•"/>
              <a:defRPr/>
            </a:lvl5pPr>
            <a:lvl6pPr marL="2743200" lvl="5" indent="-342900" algn="l">
              <a:lnSpc>
                <a:spcPct val="90000"/>
              </a:lnSpc>
              <a:spcBef>
                <a:spcPts val="800"/>
              </a:spcBef>
              <a:spcAft>
                <a:spcPts val="0"/>
              </a:spcAft>
              <a:buClr>
                <a:schemeClr val="lt1"/>
              </a:buClr>
              <a:buSzPts val="1800"/>
              <a:buChar char="•"/>
              <a:defRPr/>
            </a:lvl6pPr>
            <a:lvl7pPr marL="3200400" lvl="6" indent="-342900" algn="l">
              <a:lnSpc>
                <a:spcPct val="90000"/>
              </a:lnSpc>
              <a:spcBef>
                <a:spcPts val="500"/>
              </a:spcBef>
              <a:spcAft>
                <a:spcPts val="0"/>
              </a:spcAft>
              <a:buClr>
                <a:schemeClr val="lt1"/>
              </a:buClr>
              <a:buSzPts val="1800"/>
              <a:buChar char="•"/>
              <a:defRPr/>
            </a:lvl7pPr>
            <a:lvl8pPr marL="3657600" lvl="7" indent="-342900" algn="l">
              <a:lnSpc>
                <a:spcPct val="90000"/>
              </a:lnSpc>
              <a:spcBef>
                <a:spcPts val="500"/>
              </a:spcBef>
              <a:spcAft>
                <a:spcPts val="0"/>
              </a:spcAft>
              <a:buClr>
                <a:schemeClr val="lt1"/>
              </a:buClr>
              <a:buSzPts val="1800"/>
              <a:buChar char="•"/>
              <a:defRPr/>
            </a:lvl8pPr>
            <a:lvl9pPr marL="4114800" lvl="8" indent="-342900" algn="l">
              <a:lnSpc>
                <a:spcPct val="90000"/>
              </a:lnSpc>
              <a:spcBef>
                <a:spcPts val="500"/>
              </a:spcBef>
              <a:spcAft>
                <a:spcPts val="0"/>
              </a:spcAft>
              <a:buClr>
                <a:schemeClr val="lt1"/>
              </a:buClr>
              <a:buSzPts val="1800"/>
              <a:buChar char="•"/>
              <a:defRPr/>
            </a:lvl9pPr>
          </a:lstStyle>
          <a:p>
            <a:endParaRPr/>
          </a:p>
        </p:txBody>
      </p:sp>
      <p:sp>
        <p:nvSpPr>
          <p:cNvPr id="34" name="Google Shape;34;p41"/>
          <p:cNvSpPr txBox="1">
            <a:spLocks noGrp="1"/>
          </p:cNvSpPr>
          <p:nvPr>
            <p:ph type="dt" idx="10"/>
          </p:nvPr>
        </p:nvSpPr>
        <p:spPr>
          <a:xfrm>
            <a:off x="550863" y="6507212"/>
            <a:ext cx="2628900" cy="153888"/>
          </a:xfrm>
          <a:prstGeom prst="rect">
            <a:avLst/>
          </a:prstGeom>
          <a:noFill/>
          <a:ln>
            <a:noFill/>
          </a:ln>
        </p:spPr>
        <p:txBody>
          <a:bodyPr spcFirstLastPara="1" wrap="square" lIns="0" tIns="0" rIns="0" bIns="0" anchor="ctr" anchorCtr="0">
            <a:spAutoFit/>
          </a:bodyPr>
          <a:lstStyle>
            <a:lvl1pPr lvl="0" algn="l">
              <a:spcBef>
                <a:spcPts val="0"/>
              </a:spcBef>
              <a:spcAft>
                <a:spcPts val="0"/>
              </a:spcAft>
              <a:buSzPts val="1400"/>
              <a:buNone/>
              <a:defRPr/>
            </a:lvl1pPr>
            <a:lvl2pPr lvl="1" algn="l">
              <a:spcBef>
                <a:spcPts val="0"/>
              </a:spcBef>
              <a:spcAft>
                <a:spcPts val="0"/>
              </a:spcAft>
              <a:buSzPts val="1400"/>
              <a:buNone/>
              <a:defRPr/>
            </a:lvl2pPr>
            <a:lvl3pPr lvl="2" algn="l">
              <a:spcBef>
                <a:spcPts val="0"/>
              </a:spcBef>
              <a:spcAft>
                <a:spcPts val="0"/>
              </a:spcAft>
              <a:buSzPts val="1400"/>
              <a:buNone/>
              <a:defRPr/>
            </a:lvl3pPr>
            <a:lvl4pPr lvl="3" algn="l">
              <a:spcBef>
                <a:spcPts val="0"/>
              </a:spcBef>
              <a:spcAft>
                <a:spcPts val="0"/>
              </a:spcAft>
              <a:buSzPts val="1400"/>
              <a:buNone/>
              <a:defRPr/>
            </a:lvl4pPr>
            <a:lvl5pPr lvl="4" algn="l">
              <a:spcBef>
                <a:spcPts val="0"/>
              </a:spcBef>
              <a:spcAft>
                <a:spcPts val="0"/>
              </a:spcAft>
              <a:buSzPts val="1400"/>
              <a:buNone/>
              <a:defRPr/>
            </a:lvl5pPr>
            <a:lvl6pPr lvl="5" algn="l">
              <a:spcBef>
                <a:spcPts val="0"/>
              </a:spcBef>
              <a:spcAft>
                <a:spcPts val="0"/>
              </a:spcAft>
              <a:buSzPts val="1400"/>
              <a:buNone/>
              <a:defRPr/>
            </a:lvl6pPr>
            <a:lvl7pPr lvl="6" algn="l">
              <a:spcBef>
                <a:spcPts val="0"/>
              </a:spcBef>
              <a:spcAft>
                <a:spcPts val="0"/>
              </a:spcAft>
              <a:buSzPts val="1400"/>
              <a:buNone/>
              <a:defRPr/>
            </a:lvl7pPr>
            <a:lvl8pPr lvl="7" algn="l">
              <a:spcBef>
                <a:spcPts val="0"/>
              </a:spcBef>
              <a:spcAft>
                <a:spcPts val="0"/>
              </a:spcAft>
              <a:buSzPts val="1400"/>
              <a:buNone/>
              <a:defRPr/>
            </a:lvl8pPr>
            <a:lvl9pPr lvl="8" algn="l">
              <a:spcBef>
                <a:spcPts val="0"/>
              </a:spcBef>
              <a:spcAft>
                <a:spcPts val="0"/>
              </a:spcAft>
              <a:buSzPts val="1400"/>
              <a:buNone/>
              <a:defRPr/>
            </a:lvl9pPr>
          </a:lstStyle>
          <a:p>
            <a:endParaRPr/>
          </a:p>
        </p:txBody>
      </p:sp>
      <p:sp>
        <p:nvSpPr>
          <p:cNvPr id="35" name="Google Shape;35;p41"/>
          <p:cNvSpPr txBox="1">
            <a:spLocks noGrp="1"/>
          </p:cNvSpPr>
          <p:nvPr>
            <p:ph type="ftr" idx="11"/>
          </p:nvPr>
        </p:nvSpPr>
        <p:spPr>
          <a:xfrm>
            <a:off x="3359150" y="6507212"/>
            <a:ext cx="6379210" cy="153888"/>
          </a:xfrm>
          <a:prstGeom prst="rect">
            <a:avLst/>
          </a:prstGeom>
          <a:noFill/>
          <a:ln>
            <a:noFill/>
          </a:ln>
        </p:spPr>
        <p:txBody>
          <a:bodyPr spcFirstLastPara="1" wrap="square" lIns="0" tIns="0" rIns="0" bIns="0" anchor="ctr" anchorCtr="0">
            <a:spAutoFit/>
          </a:bodyPr>
          <a:lstStyle>
            <a:lvl1pPr lvl="0" algn="l">
              <a:spcBef>
                <a:spcPts val="0"/>
              </a:spcBef>
              <a:spcAft>
                <a:spcPts val="0"/>
              </a:spcAft>
              <a:buSzPts val="1400"/>
              <a:buNone/>
              <a:defRPr/>
            </a:lvl1pPr>
            <a:lvl2pPr lvl="1" algn="l">
              <a:spcBef>
                <a:spcPts val="0"/>
              </a:spcBef>
              <a:spcAft>
                <a:spcPts val="0"/>
              </a:spcAft>
              <a:buSzPts val="1400"/>
              <a:buNone/>
              <a:defRPr/>
            </a:lvl2pPr>
            <a:lvl3pPr lvl="2" algn="l">
              <a:spcBef>
                <a:spcPts val="0"/>
              </a:spcBef>
              <a:spcAft>
                <a:spcPts val="0"/>
              </a:spcAft>
              <a:buSzPts val="1400"/>
              <a:buNone/>
              <a:defRPr/>
            </a:lvl3pPr>
            <a:lvl4pPr lvl="3" algn="l">
              <a:spcBef>
                <a:spcPts val="0"/>
              </a:spcBef>
              <a:spcAft>
                <a:spcPts val="0"/>
              </a:spcAft>
              <a:buSzPts val="1400"/>
              <a:buNone/>
              <a:defRPr/>
            </a:lvl4pPr>
            <a:lvl5pPr lvl="4" algn="l">
              <a:spcBef>
                <a:spcPts val="0"/>
              </a:spcBef>
              <a:spcAft>
                <a:spcPts val="0"/>
              </a:spcAft>
              <a:buSzPts val="1400"/>
              <a:buNone/>
              <a:defRPr/>
            </a:lvl5pPr>
            <a:lvl6pPr lvl="5" algn="l">
              <a:spcBef>
                <a:spcPts val="0"/>
              </a:spcBef>
              <a:spcAft>
                <a:spcPts val="0"/>
              </a:spcAft>
              <a:buSzPts val="1400"/>
              <a:buNone/>
              <a:defRPr/>
            </a:lvl6pPr>
            <a:lvl7pPr lvl="6" algn="l">
              <a:spcBef>
                <a:spcPts val="0"/>
              </a:spcBef>
              <a:spcAft>
                <a:spcPts val="0"/>
              </a:spcAft>
              <a:buSzPts val="1400"/>
              <a:buNone/>
              <a:defRPr/>
            </a:lvl7pPr>
            <a:lvl8pPr lvl="7" algn="l">
              <a:spcBef>
                <a:spcPts val="0"/>
              </a:spcBef>
              <a:spcAft>
                <a:spcPts val="0"/>
              </a:spcAft>
              <a:buSzPts val="1400"/>
              <a:buNone/>
              <a:defRPr/>
            </a:lvl8pPr>
            <a:lvl9pPr lvl="8" algn="l">
              <a:spcBef>
                <a:spcPts val="0"/>
              </a:spcBef>
              <a:spcAft>
                <a:spcPts val="0"/>
              </a:spcAft>
              <a:buSzPts val="1400"/>
              <a:buNone/>
              <a:defRPr/>
            </a:lvl9pPr>
          </a:lstStyle>
          <a:p>
            <a:endParaRPr/>
          </a:p>
        </p:txBody>
      </p:sp>
      <p:sp>
        <p:nvSpPr>
          <p:cNvPr id="36" name="Google Shape;36;p41"/>
          <p:cNvSpPr txBox="1">
            <a:spLocks noGrp="1"/>
          </p:cNvSpPr>
          <p:nvPr>
            <p:ph type="sldNum" idx="12"/>
          </p:nvPr>
        </p:nvSpPr>
        <p:spPr>
          <a:xfrm>
            <a:off x="9948863" y="6507212"/>
            <a:ext cx="1692274" cy="153888"/>
          </a:xfrm>
          <a:prstGeom prst="rect">
            <a:avLst/>
          </a:prstGeom>
          <a:noFill/>
          <a:ln>
            <a:noFill/>
          </a:ln>
        </p:spPr>
        <p:txBody>
          <a:bodyPr spcFirstLastPara="1" wrap="square" lIns="0" tIns="0" rIns="0" bIns="0" anchor="ctr" anchorCtr="0">
            <a:spAutoFit/>
          </a:bodyPr>
          <a:lstStyle>
            <a:lvl1pPr marL="0" lvl="0" indent="0" algn="r">
              <a:spcBef>
                <a:spcPts val="0"/>
              </a:spcBef>
              <a:buNone/>
              <a:defRPr/>
            </a:lvl1pPr>
            <a:lvl2pPr marL="0" lvl="1" indent="0" algn="r">
              <a:spcBef>
                <a:spcPts val="0"/>
              </a:spcBef>
              <a:buNone/>
              <a:defRPr/>
            </a:lvl2pPr>
            <a:lvl3pPr marL="0" lvl="2" indent="0" algn="r">
              <a:spcBef>
                <a:spcPts val="0"/>
              </a:spcBef>
              <a:buNone/>
              <a:defRPr/>
            </a:lvl3pPr>
            <a:lvl4pPr marL="0" lvl="3" indent="0" algn="r">
              <a:spcBef>
                <a:spcPts val="0"/>
              </a:spcBef>
              <a:buNone/>
              <a:defRPr/>
            </a:lvl4pPr>
            <a:lvl5pPr marL="0" lvl="4" indent="0" algn="r">
              <a:spcBef>
                <a:spcPts val="0"/>
              </a:spcBef>
              <a:buNone/>
              <a:defRPr/>
            </a:lvl5pPr>
            <a:lvl6pPr marL="0" lvl="5" indent="0" algn="r">
              <a:spcBef>
                <a:spcPts val="0"/>
              </a:spcBef>
              <a:buNone/>
              <a:defRPr/>
            </a:lvl6pPr>
            <a:lvl7pPr marL="0" lvl="6" indent="0" algn="r">
              <a:spcBef>
                <a:spcPts val="0"/>
              </a:spcBef>
              <a:buNone/>
              <a:defRPr/>
            </a:lvl7pPr>
            <a:lvl8pPr marL="0" lvl="7" indent="0" algn="r">
              <a:spcBef>
                <a:spcPts val="0"/>
              </a:spcBef>
              <a:buNone/>
              <a:defRPr/>
            </a:lvl8pPr>
            <a:lvl9pPr marL="0" lvl="8" indent="0" algn="r">
              <a:spcBef>
                <a:spcPts val="0"/>
              </a:spcBef>
              <a:buNone/>
              <a:defRPr/>
            </a:lvl9pPr>
          </a:lstStyle>
          <a:p>
            <a:pPr marL="0" lvl="0" indent="0" algn="r" rtl="0">
              <a:spcBef>
                <a:spcPts val="0"/>
              </a:spcBef>
              <a:spcAft>
                <a:spcPts val="0"/>
              </a:spcAft>
              <a:buNone/>
            </a:pPr>
            <a:fld id="{00000000-1234-1234-1234-123412341234}" type="slidenum">
              <a:rPr lang="en-US"/>
              <a:t>‹#›</a:t>
            </a:fld>
            <a:endParaRPr/>
          </a:p>
        </p:txBody>
      </p:sp>
    </p:spTree>
  </p:cSld>
  <p:clrMapOvr>
    <a:masterClrMapping/>
  </p:clrMapOvr>
</p:sldLayout>
</file>

<file path=ppt/slideLayouts/slideLayout3.xml><?xml version="1.0" encoding="utf-8"?>
<p:sldLayout xmlns:a="http://schemas.openxmlformats.org/drawingml/2006/main" xmlns:r="http://schemas.openxmlformats.org/officeDocument/2006/relationships" xmlns:p="http://schemas.openxmlformats.org/presentationml/2006/main" matchingName="Section Header" type="secHead">
  <p:cSld name="SECTION_HEADER">
    <p:spTree>
      <p:nvGrpSpPr>
        <p:cNvPr id="1" name="Shape 37"/>
        <p:cNvGrpSpPr/>
        <p:nvPr/>
      </p:nvGrpSpPr>
      <p:grpSpPr>
        <a:xfrm>
          <a:off x="0" y="0"/>
          <a:ext cx="0" cy="0"/>
          <a:chOff x="0" y="0"/>
          <a:chExt cx="0" cy="0"/>
        </a:xfrm>
      </p:grpSpPr>
      <p:grpSp>
        <p:nvGrpSpPr>
          <p:cNvPr id="38" name="Google Shape;38;p42"/>
          <p:cNvGrpSpPr/>
          <p:nvPr/>
        </p:nvGrpSpPr>
        <p:grpSpPr>
          <a:xfrm>
            <a:off x="242406" y="748159"/>
            <a:ext cx="897877" cy="934082"/>
            <a:chOff x="5129684" y="1232940"/>
            <a:chExt cx="897877" cy="934082"/>
          </a:xfrm>
        </p:grpSpPr>
        <p:sp>
          <p:nvSpPr>
            <p:cNvPr id="39" name="Google Shape;39;p42"/>
            <p:cNvSpPr/>
            <p:nvPr/>
          </p:nvSpPr>
          <p:spPr>
            <a:xfrm rot="1800000">
              <a:off x="5356930" y="1363788"/>
              <a:ext cx="621086" cy="364601"/>
            </a:xfrm>
            <a:custGeom>
              <a:avLst/>
              <a:gdLst/>
              <a:ahLst/>
              <a:cxnLst/>
              <a:rect l="l" t="t" r="r" b="b"/>
              <a:pathLst>
                <a:path w="540" h="317" extrusionOk="0">
                  <a:moveTo>
                    <a:pt x="266" y="0"/>
                  </a:moveTo>
                  <a:lnTo>
                    <a:pt x="0" y="158"/>
                  </a:lnTo>
                  <a:lnTo>
                    <a:pt x="266" y="317"/>
                  </a:lnTo>
                  <a:lnTo>
                    <a:pt x="540" y="158"/>
                  </a:lnTo>
                  <a:lnTo>
                    <a:pt x="266" y="0"/>
                  </a:lnTo>
                  <a:close/>
                </a:path>
              </a:pathLst>
            </a:custGeom>
            <a:gradFill>
              <a:gsLst>
                <a:gs pos="0">
                  <a:srgbClr val="2B274A">
                    <a:alpha val="20000"/>
                  </a:srgbClr>
                </a:gs>
                <a:gs pos="20000">
                  <a:srgbClr val="2B274A">
                    <a:alpha val="20000"/>
                  </a:srgbClr>
                </a:gs>
                <a:gs pos="100000">
                  <a:srgbClr val="59EFC0">
                    <a:alpha val="20000"/>
                  </a:srgbClr>
                </a:gs>
              </a:gsLst>
              <a:lin ang="0" scaled="0"/>
            </a:gradFill>
            <a:ln>
              <a:noFill/>
            </a:ln>
          </p:spPr>
          <p:txBody>
            <a:bodyPr spcFirstLastPara="1" wrap="square" lIns="91425" tIns="45700" rIns="91425" bIns="45700" anchor="ctr" anchorCtr="0">
              <a:noAutofit/>
            </a:bodyPr>
            <a:lstStyle/>
            <a:p>
              <a:pPr marL="0" marR="0" lvl="0" indent="0" algn="ctr" rtl="0">
                <a:spcBef>
                  <a:spcPts val="0"/>
                </a:spcBef>
                <a:spcAft>
                  <a:spcPts val="0"/>
                </a:spcAft>
                <a:buNone/>
              </a:pPr>
              <a:endParaRPr sz="1800">
                <a:solidFill>
                  <a:schemeClr val="lt1"/>
                </a:solidFill>
                <a:latin typeface="Arial"/>
                <a:ea typeface="Arial"/>
                <a:cs typeface="Arial"/>
                <a:sym typeface="Arial"/>
              </a:endParaRPr>
            </a:p>
          </p:txBody>
        </p:sp>
        <p:sp>
          <p:nvSpPr>
            <p:cNvPr id="40" name="Google Shape;40;p42"/>
            <p:cNvSpPr/>
            <p:nvPr/>
          </p:nvSpPr>
          <p:spPr>
            <a:xfrm rot="1800000">
              <a:off x="5243759" y="1430747"/>
              <a:ext cx="305942" cy="538275"/>
            </a:xfrm>
            <a:custGeom>
              <a:avLst/>
              <a:gdLst/>
              <a:ahLst/>
              <a:cxnLst/>
              <a:rect l="l" t="t" r="r" b="b"/>
              <a:pathLst>
                <a:path w="266" h="468" extrusionOk="0">
                  <a:moveTo>
                    <a:pt x="266" y="468"/>
                  </a:moveTo>
                  <a:lnTo>
                    <a:pt x="0" y="310"/>
                  </a:lnTo>
                  <a:lnTo>
                    <a:pt x="0" y="310"/>
                  </a:lnTo>
                  <a:lnTo>
                    <a:pt x="0" y="0"/>
                  </a:lnTo>
                  <a:lnTo>
                    <a:pt x="0" y="0"/>
                  </a:lnTo>
                  <a:lnTo>
                    <a:pt x="266" y="159"/>
                  </a:lnTo>
                  <a:lnTo>
                    <a:pt x="266" y="468"/>
                  </a:lnTo>
                  <a:close/>
                </a:path>
              </a:pathLst>
            </a:custGeom>
            <a:gradFill>
              <a:gsLst>
                <a:gs pos="0">
                  <a:srgbClr val="2B274A">
                    <a:alpha val="20000"/>
                  </a:srgbClr>
                </a:gs>
                <a:gs pos="20000">
                  <a:srgbClr val="2B274A">
                    <a:alpha val="20000"/>
                  </a:srgbClr>
                </a:gs>
                <a:gs pos="100000">
                  <a:srgbClr val="59EFC0">
                    <a:alpha val="20000"/>
                  </a:srgbClr>
                </a:gs>
              </a:gsLst>
              <a:lin ang="19799999" scaled="0"/>
            </a:gradFill>
            <a:ln>
              <a:noFill/>
            </a:ln>
          </p:spPr>
          <p:txBody>
            <a:bodyPr spcFirstLastPara="1" wrap="square" lIns="91425" tIns="45700" rIns="91425" bIns="45700" anchor="ctr" anchorCtr="0">
              <a:noAutofit/>
            </a:bodyPr>
            <a:lstStyle/>
            <a:p>
              <a:pPr marL="0" marR="0" lvl="0" indent="0" algn="ctr" rtl="0">
                <a:spcBef>
                  <a:spcPts val="0"/>
                </a:spcBef>
                <a:spcAft>
                  <a:spcPts val="0"/>
                </a:spcAft>
                <a:buNone/>
              </a:pPr>
              <a:endParaRPr sz="1800">
                <a:solidFill>
                  <a:schemeClr val="lt1"/>
                </a:solidFill>
                <a:latin typeface="Arial"/>
                <a:ea typeface="Arial"/>
                <a:cs typeface="Arial"/>
                <a:sym typeface="Arial"/>
              </a:endParaRPr>
            </a:p>
          </p:txBody>
        </p:sp>
        <p:sp>
          <p:nvSpPr>
            <p:cNvPr id="41" name="Google Shape;41;p42"/>
            <p:cNvSpPr/>
            <p:nvPr/>
          </p:nvSpPr>
          <p:spPr>
            <a:xfrm rot="1800000">
              <a:off x="5508097" y="1586019"/>
              <a:ext cx="315144" cy="538275"/>
            </a:xfrm>
            <a:custGeom>
              <a:avLst/>
              <a:gdLst/>
              <a:ahLst/>
              <a:cxnLst/>
              <a:rect l="l" t="t" r="r" b="b"/>
              <a:pathLst>
                <a:path w="274" h="468" extrusionOk="0">
                  <a:moveTo>
                    <a:pt x="274" y="0"/>
                  </a:moveTo>
                  <a:lnTo>
                    <a:pt x="274" y="310"/>
                  </a:lnTo>
                  <a:lnTo>
                    <a:pt x="274" y="310"/>
                  </a:lnTo>
                  <a:lnTo>
                    <a:pt x="0" y="468"/>
                  </a:lnTo>
                  <a:lnTo>
                    <a:pt x="0" y="159"/>
                  </a:lnTo>
                  <a:lnTo>
                    <a:pt x="274" y="0"/>
                  </a:lnTo>
                  <a:lnTo>
                    <a:pt x="274" y="0"/>
                  </a:lnTo>
                  <a:close/>
                </a:path>
              </a:pathLst>
            </a:custGeom>
            <a:gradFill>
              <a:gsLst>
                <a:gs pos="0">
                  <a:srgbClr val="2B274A">
                    <a:alpha val="20000"/>
                  </a:srgbClr>
                </a:gs>
                <a:gs pos="20000">
                  <a:srgbClr val="2B274A">
                    <a:alpha val="20000"/>
                  </a:srgbClr>
                </a:gs>
                <a:gs pos="100000">
                  <a:srgbClr val="59EFC0">
                    <a:alpha val="20000"/>
                  </a:srgbClr>
                </a:gs>
              </a:gsLst>
              <a:lin ang="18000000" scaled="0"/>
            </a:gradFill>
            <a:ln>
              <a:noFill/>
            </a:ln>
          </p:spPr>
          <p:txBody>
            <a:bodyPr spcFirstLastPara="1" wrap="square" lIns="91425" tIns="45700" rIns="91425" bIns="45700" anchor="ctr" anchorCtr="0">
              <a:noAutofit/>
            </a:bodyPr>
            <a:lstStyle/>
            <a:p>
              <a:pPr marL="0" marR="0" lvl="0" indent="0" algn="ctr" rtl="0">
                <a:spcBef>
                  <a:spcPts val="0"/>
                </a:spcBef>
                <a:spcAft>
                  <a:spcPts val="0"/>
                </a:spcAft>
                <a:buNone/>
              </a:pPr>
              <a:endParaRPr sz="1800">
                <a:solidFill>
                  <a:schemeClr val="lt1"/>
                </a:solidFill>
                <a:latin typeface="Arial"/>
                <a:ea typeface="Arial"/>
                <a:cs typeface="Arial"/>
                <a:sym typeface="Arial"/>
              </a:endParaRPr>
            </a:p>
          </p:txBody>
        </p:sp>
      </p:grpSp>
      <p:sp>
        <p:nvSpPr>
          <p:cNvPr id="42" name="Google Shape;42;p42"/>
          <p:cNvSpPr txBox="1">
            <a:spLocks noGrp="1"/>
          </p:cNvSpPr>
          <p:nvPr>
            <p:ph type="title"/>
          </p:nvPr>
        </p:nvSpPr>
        <p:spPr>
          <a:xfrm>
            <a:off x="563563" y="474345"/>
            <a:ext cx="11077574" cy="2954655"/>
          </a:xfrm>
          <a:prstGeom prst="rect">
            <a:avLst/>
          </a:prstGeom>
          <a:noFill/>
          <a:ln>
            <a:noFill/>
          </a:ln>
        </p:spPr>
        <p:txBody>
          <a:bodyPr spcFirstLastPara="1" wrap="square" lIns="0" tIns="0" rIns="0" bIns="0" anchor="b" anchorCtr="0">
            <a:normAutofit/>
          </a:bodyPr>
          <a:lstStyle>
            <a:lvl1pPr lvl="0" algn="l">
              <a:lnSpc>
                <a:spcPct val="100000"/>
              </a:lnSpc>
              <a:spcBef>
                <a:spcPts val="0"/>
              </a:spcBef>
              <a:spcAft>
                <a:spcPts val="0"/>
              </a:spcAft>
              <a:buClr>
                <a:schemeClr val="lt1"/>
              </a:buClr>
              <a:buSzPts val="6400"/>
              <a:buFont typeface="Arial"/>
              <a:buNone/>
              <a:defRPr sz="6400"/>
            </a:lvl1pPr>
            <a:lvl2pPr lvl="1">
              <a:spcBef>
                <a:spcPts val="0"/>
              </a:spcBef>
              <a:spcAft>
                <a:spcPts val="0"/>
              </a:spcAft>
              <a:buSzPts val="1400"/>
              <a:buNone/>
              <a:defRPr/>
            </a:lvl2pPr>
            <a:lvl3pPr lvl="2">
              <a:spcBef>
                <a:spcPts val="0"/>
              </a:spcBef>
              <a:spcAft>
                <a:spcPts val="0"/>
              </a:spcAft>
              <a:buSzPts val="1400"/>
              <a:buNone/>
              <a:defRPr/>
            </a:lvl3pPr>
            <a:lvl4pPr lvl="3">
              <a:spcBef>
                <a:spcPts val="0"/>
              </a:spcBef>
              <a:spcAft>
                <a:spcPts val="0"/>
              </a:spcAft>
              <a:buSzPts val="1400"/>
              <a:buNone/>
              <a:defRPr/>
            </a:lvl4pPr>
            <a:lvl5pPr lvl="4">
              <a:spcBef>
                <a:spcPts val="0"/>
              </a:spcBef>
              <a:spcAft>
                <a:spcPts val="0"/>
              </a:spcAft>
              <a:buSzPts val="1400"/>
              <a:buNone/>
              <a:defRPr/>
            </a:lvl5pPr>
            <a:lvl6pPr lvl="5">
              <a:spcBef>
                <a:spcPts val="0"/>
              </a:spcBef>
              <a:spcAft>
                <a:spcPts val="0"/>
              </a:spcAft>
              <a:buSzPts val="1400"/>
              <a:buNone/>
              <a:defRPr/>
            </a:lvl6pPr>
            <a:lvl7pPr lvl="6">
              <a:spcBef>
                <a:spcPts val="0"/>
              </a:spcBef>
              <a:spcAft>
                <a:spcPts val="0"/>
              </a:spcAft>
              <a:buSzPts val="1400"/>
              <a:buNone/>
              <a:defRPr/>
            </a:lvl7pPr>
            <a:lvl8pPr lvl="7">
              <a:spcBef>
                <a:spcPts val="0"/>
              </a:spcBef>
              <a:spcAft>
                <a:spcPts val="0"/>
              </a:spcAft>
              <a:buSzPts val="1400"/>
              <a:buNone/>
              <a:defRPr/>
            </a:lvl8pPr>
            <a:lvl9pPr lvl="8">
              <a:spcBef>
                <a:spcPts val="0"/>
              </a:spcBef>
              <a:spcAft>
                <a:spcPts val="0"/>
              </a:spcAft>
              <a:buSzPts val="1400"/>
              <a:buNone/>
              <a:defRPr/>
            </a:lvl9pPr>
          </a:lstStyle>
          <a:p>
            <a:endParaRPr/>
          </a:p>
        </p:txBody>
      </p:sp>
      <p:sp>
        <p:nvSpPr>
          <p:cNvPr id="43" name="Google Shape;43;p42"/>
          <p:cNvSpPr txBox="1">
            <a:spLocks noGrp="1"/>
          </p:cNvSpPr>
          <p:nvPr>
            <p:ph type="dt" idx="10"/>
          </p:nvPr>
        </p:nvSpPr>
        <p:spPr>
          <a:xfrm>
            <a:off x="550863" y="6507212"/>
            <a:ext cx="2628900" cy="153888"/>
          </a:xfrm>
          <a:prstGeom prst="rect">
            <a:avLst/>
          </a:prstGeom>
          <a:noFill/>
          <a:ln>
            <a:noFill/>
          </a:ln>
        </p:spPr>
        <p:txBody>
          <a:bodyPr spcFirstLastPara="1" wrap="square" lIns="0" tIns="0" rIns="0" bIns="0" anchor="ctr" anchorCtr="0">
            <a:spAutoFit/>
          </a:bodyPr>
          <a:lstStyle>
            <a:lvl1pPr lvl="0" algn="l">
              <a:spcBef>
                <a:spcPts val="0"/>
              </a:spcBef>
              <a:spcAft>
                <a:spcPts val="0"/>
              </a:spcAft>
              <a:buSzPts val="1400"/>
              <a:buNone/>
              <a:defRPr/>
            </a:lvl1pPr>
            <a:lvl2pPr lvl="1" algn="l">
              <a:spcBef>
                <a:spcPts val="0"/>
              </a:spcBef>
              <a:spcAft>
                <a:spcPts val="0"/>
              </a:spcAft>
              <a:buSzPts val="1400"/>
              <a:buNone/>
              <a:defRPr/>
            </a:lvl2pPr>
            <a:lvl3pPr lvl="2" algn="l">
              <a:spcBef>
                <a:spcPts val="0"/>
              </a:spcBef>
              <a:spcAft>
                <a:spcPts val="0"/>
              </a:spcAft>
              <a:buSzPts val="1400"/>
              <a:buNone/>
              <a:defRPr/>
            </a:lvl3pPr>
            <a:lvl4pPr lvl="3" algn="l">
              <a:spcBef>
                <a:spcPts val="0"/>
              </a:spcBef>
              <a:spcAft>
                <a:spcPts val="0"/>
              </a:spcAft>
              <a:buSzPts val="1400"/>
              <a:buNone/>
              <a:defRPr/>
            </a:lvl4pPr>
            <a:lvl5pPr lvl="4" algn="l">
              <a:spcBef>
                <a:spcPts val="0"/>
              </a:spcBef>
              <a:spcAft>
                <a:spcPts val="0"/>
              </a:spcAft>
              <a:buSzPts val="1400"/>
              <a:buNone/>
              <a:defRPr/>
            </a:lvl5pPr>
            <a:lvl6pPr lvl="5" algn="l">
              <a:spcBef>
                <a:spcPts val="0"/>
              </a:spcBef>
              <a:spcAft>
                <a:spcPts val="0"/>
              </a:spcAft>
              <a:buSzPts val="1400"/>
              <a:buNone/>
              <a:defRPr/>
            </a:lvl6pPr>
            <a:lvl7pPr lvl="6" algn="l">
              <a:spcBef>
                <a:spcPts val="0"/>
              </a:spcBef>
              <a:spcAft>
                <a:spcPts val="0"/>
              </a:spcAft>
              <a:buSzPts val="1400"/>
              <a:buNone/>
              <a:defRPr/>
            </a:lvl7pPr>
            <a:lvl8pPr lvl="7" algn="l">
              <a:spcBef>
                <a:spcPts val="0"/>
              </a:spcBef>
              <a:spcAft>
                <a:spcPts val="0"/>
              </a:spcAft>
              <a:buSzPts val="1400"/>
              <a:buNone/>
              <a:defRPr/>
            </a:lvl8pPr>
            <a:lvl9pPr lvl="8" algn="l">
              <a:spcBef>
                <a:spcPts val="0"/>
              </a:spcBef>
              <a:spcAft>
                <a:spcPts val="0"/>
              </a:spcAft>
              <a:buSzPts val="1400"/>
              <a:buNone/>
              <a:defRPr/>
            </a:lvl9pPr>
          </a:lstStyle>
          <a:p>
            <a:endParaRPr/>
          </a:p>
        </p:txBody>
      </p:sp>
      <p:sp>
        <p:nvSpPr>
          <p:cNvPr id="44" name="Google Shape;44;p42"/>
          <p:cNvSpPr txBox="1">
            <a:spLocks noGrp="1"/>
          </p:cNvSpPr>
          <p:nvPr>
            <p:ph type="ftr" idx="11"/>
          </p:nvPr>
        </p:nvSpPr>
        <p:spPr>
          <a:xfrm>
            <a:off x="3359150" y="6507212"/>
            <a:ext cx="6379210" cy="153888"/>
          </a:xfrm>
          <a:prstGeom prst="rect">
            <a:avLst/>
          </a:prstGeom>
          <a:noFill/>
          <a:ln>
            <a:noFill/>
          </a:ln>
        </p:spPr>
        <p:txBody>
          <a:bodyPr spcFirstLastPara="1" wrap="square" lIns="0" tIns="0" rIns="0" bIns="0" anchor="ctr" anchorCtr="0">
            <a:spAutoFit/>
          </a:bodyPr>
          <a:lstStyle>
            <a:lvl1pPr lvl="0" algn="l">
              <a:spcBef>
                <a:spcPts val="0"/>
              </a:spcBef>
              <a:spcAft>
                <a:spcPts val="0"/>
              </a:spcAft>
              <a:buSzPts val="1400"/>
              <a:buNone/>
              <a:defRPr/>
            </a:lvl1pPr>
            <a:lvl2pPr lvl="1" algn="l">
              <a:spcBef>
                <a:spcPts val="0"/>
              </a:spcBef>
              <a:spcAft>
                <a:spcPts val="0"/>
              </a:spcAft>
              <a:buSzPts val="1400"/>
              <a:buNone/>
              <a:defRPr/>
            </a:lvl2pPr>
            <a:lvl3pPr lvl="2" algn="l">
              <a:spcBef>
                <a:spcPts val="0"/>
              </a:spcBef>
              <a:spcAft>
                <a:spcPts val="0"/>
              </a:spcAft>
              <a:buSzPts val="1400"/>
              <a:buNone/>
              <a:defRPr/>
            </a:lvl3pPr>
            <a:lvl4pPr lvl="3" algn="l">
              <a:spcBef>
                <a:spcPts val="0"/>
              </a:spcBef>
              <a:spcAft>
                <a:spcPts val="0"/>
              </a:spcAft>
              <a:buSzPts val="1400"/>
              <a:buNone/>
              <a:defRPr/>
            </a:lvl4pPr>
            <a:lvl5pPr lvl="4" algn="l">
              <a:spcBef>
                <a:spcPts val="0"/>
              </a:spcBef>
              <a:spcAft>
                <a:spcPts val="0"/>
              </a:spcAft>
              <a:buSzPts val="1400"/>
              <a:buNone/>
              <a:defRPr/>
            </a:lvl5pPr>
            <a:lvl6pPr lvl="5" algn="l">
              <a:spcBef>
                <a:spcPts val="0"/>
              </a:spcBef>
              <a:spcAft>
                <a:spcPts val="0"/>
              </a:spcAft>
              <a:buSzPts val="1400"/>
              <a:buNone/>
              <a:defRPr/>
            </a:lvl6pPr>
            <a:lvl7pPr lvl="6" algn="l">
              <a:spcBef>
                <a:spcPts val="0"/>
              </a:spcBef>
              <a:spcAft>
                <a:spcPts val="0"/>
              </a:spcAft>
              <a:buSzPts val="1400"/>
              <a:buNone/>
              <a:defRPr/>
            </a:lvl7pPr>
            <a:lvl8pPr lvl="7" algn="l">
              <a:spcBef>
                <a:spcPts val="0"/>
              </a:spcBef>
              <a:spcAft>
                <a:spcPts val="0"/>
              </a:spcAft>
              <a:buSzPts val="1400"/>
              <a:buNone/>
              <a:defRPr/>
            </a:lvl8pPr>
            <a:lvl9pPr lvl="8" algn="l">
              <a:spcBef>
                <a:spcPts val="0"/>
              </a:spcBef>
              <a:spcAft>
                <a:spcPts val="0"/>
              </a:spcAft>
              <a:buSzPts val="1400"/>
              <a:buNone/>
              <a:defRPr/>
            </a:lvl9pPr>
          </a:lstStyle>
          <a:p>
            <a:endParaRPr/>
          </a:p>
        </p:txBody>
      </p:sp>
      <p:sp>
        <p:nvSpPr>
          <p:cNvPr id="45" name="Google Shape;45;p42"/>
          <p:cNvSpPr txBox="1">
            <a:spLocks noGrp="1"/>
          </p:cNvSpPr>
          <p:nvPr>
            <p:ph type="sldNum" idx="12"/>
          </p:nvPr>
        </p:nvSpPr>
        <p:spPr>
          <a:xfrm>
            <a:off x="9948863" y="6507212"/>
            <a:ext cx="1692274" cy="153888"/>
          </a:xfrm>
          <a:prstGeom prst="rect">
            <a:avLst/>
          </a:prstGeom>
          <a:noFill/>
          <a:ln>
            <a:noFill/>
          </a:ln>
        </p:spPr>
        <p:txBody>
          <a:bodyPr spcFirstLastPara="1" wrap="square" lIns="0" tIns="0" rIns="0" bIns="0" anchor="ctr" anchorCtr="0">
            <a:spAutoFit/>
          </a:bodyPr>
          <a:lstStyle>
            <a:lvl1pPr marL="0" lvl="0" indent="0" algn="r">
              <a:spcBef>
                <a:spcPts val="0"/>
              </a:spcBef>
              <a:buNone/>
              <a:defRPr/>
            </a:lvl1pPr>
            <a:lvl2pPr marL="0" lvl="1" indent="0" algn="r">
              <a:spcBef>
                <a:spcPts val="0"/>
              </a:spcBef>
              <a:buNone/>
              <a:defRPr/>
            </a:lvl2pPr>
            <a:lvl3pPr marL="0" lvl="2" indent="0" algn="r">
              <a:spcBef>
                <a:spcPts val="0"/>
              </a:spcBef>
              <a:buNone/>
              <a:defRPr/>
            </a:lvl3pPr>
            <a:lvl4pPr marL="0" lvl="3" indent="0" algn="r">
              <a:spcBef>
                <a:spcPts val="0"/>
              </a:spcBef>
              <a:buNone/>
              <a:defRPr/>
            </a:lvl4pPr>
            <a:lvl5pPr marL="0" lvl="4" indent="0" algn="r">
              <a:spcBef>
                <a:spcPts val="0"/>
              </a:spcBef>
              <a:buNone/>
              <a:defRPr/>
            </a:lvl5pPr>
            <a:lvl6pPr marL="0" lvl="5" indent="0" algn="r">
              <a:spcBef>
                <a:spcPts val="0"/>
              </a:spcBef>
              <a:buNone/>
              <a:defRPr/>
            </a:lvl6pPr>
            <a:lvl7pPr marL="0" lvl="6" indent="0" algn="r">
              <a:spcBef>
                <a:spcPts val="0"/>
              </a:spcBef>
              <a:buNone/>
              <a:defRPr/>
            </a:lvl7pPr>
            <a:lvl8pPr marL="0" lvl="7" indent="0" algn="r">
              <a:spcBef>
                <a:spcPts val="0"/>
              </a:spcBef>
              <a:buNone/>
              <a:defRPr/>
            </a:lvl8pPr>
            <a:lvl9pPr marL="0" lvl="8" indent="0" algn="r">
              <a:spcBef>
                <a:spcPts val="0"/>
              </a:spcBef>
              <a:buNone/>
              <a:defRPr/>
            </a:lvl9pPr>
          </a:lstStyle>
          <a:p>
            <a:pPr marL="0" lvl="0" indent="0" algn="r" rtl="0">
              <a:spcBef>
                <a:spcPts val="0"/>
              </a:spcBef>
              <a:spcAft>
                <a:spcPts val="0"/>
              </a:spcAft>
              <a:buNone/>
            </a:pPr>
            <a:fld id="{00000000-1234-1234-1234-123412341234}" type="slidenum">
              <a:rPr lang="en-US"/>
              <a:t>‹#›</a:t>
            </a:fld>
            <a:endParaRPr/>
          </a:p>
        </p:txBody>
      </p:sp>
      <p:sp>
        <p:nvSpPr>
          <p:cNvPr id="46" name="Google Shape;46;p42"/>
          <p:cNvSpPr txBox="1">
            <a:spLocks noGrp="1"/>
          </p:cNvSpPr>
          <p:nvPr>
            <p:ph type="body" idx="1"/>
          </p:nvPr>
        </p:nvSpPr>
        <p:spPr>
          <a:xfrm>
            <a:off x="566271" y="3629772"/>
            <a:ext cx="11074866" cy="2678953"/>
          </a:xfrm>
          <a:prstGeom prst="rect">
            <a:avLst/>
          </a:prstGeom>
          <a:noFill/>
          <a:ln>
            <a:noFill/>
          </a:ln>
        </p:spPr>
        <p:txBody>
          <a:bodyPr spcFirstLastPara="1" wrap="square" lIns="0" tIns="0" rIns="0" bIns="0" anchor="t" anchorCtr="0">
            <a:normAutofit/>
          </a:bodyPr>
          <a:lstStyle>
            <a:lvl1pPr marL="457200" lvl="0" indent="-228600" algn="l">
              <a:lnSpc>
                <a:spcPct val="110000"/>
              </a:lnSpc>
              <a:spcBef>
                <a:spcPts val="0"/>
              </a:spcBef>
              <a:spcAft>
                <a:spcPts val="0"/>
              </a:spcAft>
              <a:buClr>
                <a:schemeClr val="lt1"/>
              </a:buClr>
              <a:buSzPts val="2400"/>
              <a:buNone/>
              <a:defRPr sz="2400">
                <a:solidFill>
                  <a:schemeClr val="lt1"/>
                </a:solidFill>
              </a:defRPr>
            </a:lvl1pPr>
            <a:lvl2pPr marL="914400" lvl="1" indent="-228600" algn="l">
              <a:lnSpc>
                <a:spcPct val="110000"/>
              </a:lnSpc>
              <a:spcBef>
                <a:spcPts val="800"/>
              </a:spcBef>
              <a:spcAft>
                <a:spcPts val="0"/>
              </a:spcAft>
              <a:buClr>
                <a:schemeClr val="lt1"/>
              </a:buClr>
              <a:buSzPts val="2000"/>
              <a:buNone/>
              <a:defRPr sz="2000">
                <a:solidFill>
                  <a:schemeClr val="lt1"/>
                </a:solidFill>
              </a:defRPr>
            </a:lvl2pPr>
            <a:lvl3pPr marL="1371600" lvl="2" indent="-228600" algn="l">
              <a:lnSpc>
                <a:spcPct val="110000"/>
              </a:lnSpc>
              <a:spcBef>
                <a:spcPts val="800"/>
              </a:spcBef>
              <a:spcAft>
                <a:spcPts val="0"/>
              </a:spcAft>
              <a:buClr>
                <a:schemeClr val="lt1"/>
              </a:buClr>
              <a:buSzPts val="1800"/>
              <a:buNone/>
              <a:defRPr sz="1800">
                <a:solidFill>
                  <a:schemeClr val="lt1"/>
                </a:solidFill>
              </a:defRPr>
            </a:lvl3pPr>
            <a:lvl4pPr marL="1828800" lvl="3" indent="-228600" algn="l">
              <a:lnSpc>
                <a:spcPct val="110000"/>
              </a:lnSpc>
              <a:spcBef>
                <a:spcPts val="800"/>
              </a:spcBef>
              <a:spcAft>
                <a:spcPts val="0"/>
              </a:spcAft>
              <a:buClr>
                <a:schemeClr val="lt1"/>
              </a:buClr>
              <a:buSzPts val="1600"/>
              <a:buNone/>
              <a:defRPr sz="1600">
                <a:solidFill>
                  <a:schemeClr val="lt1"/>
                </a:solidFill>
              </a:defRPr>
            </a:lvl4pPr>
            <a:lvl5pPr marL="2286000" lvl="4" indent="-228600" algn="l">
              <a:lnSpc>
                <a:spcPct val="110000"/>
              </a:lnSpc>
              <a:spcBef>
                <a:spcPts val="800"/>
              </a:spcBef>
              <a:spcAft>
                <a:spcPts val="0"/>
              </a:spcAft>
              <a:buClr>
                <a:schemeClr val="lt1"/>
              </a:buClr>
              <a:buSzPts val="1600"/>
              <a:buNone/>
              <a:defRPr sz="1600">
                <a:solidFill>
                  <a:schemeClr val="lt1"/>
                </a:solidFill>
              </a:defRPr>
            </a:lvl5pPr>
            <a:lvl6pPr marL="2743200" lvl="5" indent="-228600" algn="l">
              <a:lnSpc>
                <a:spcPct val="90000"/>
              </a:lnSpc>
              <a:spcBef>
                <a:spcPts val="800"/>
              </a:spcBef>
              <a:spcAft>
                <a:spcPts val="0"/>
              </a:spcAft>
              <a:buClr>
                <a:schemeClr val="lt1"/>
              </a:buClr>
              <a:buSzPts val="1600"/>
              <a:buNone/>
              <a:defRPr sz="1600">
                <a:solidFill>
                  <a:schemeClr val="lt1"/>
                </a:solidFill>
              </a:defRPr>
            </a:lvl6pPr>
            <a:lvl7pPr marL="3200400" lvl="6" indent="-228600" algn="l">
              <a:lnSpc>
                <a:spcPct val="90000"/>
              </a:lnSpc>
              <a:spcBef>
                <a:spcPts val="500"/>
              </a:spcBef>
              <a:spcAft>
                <a:spcPts val="0"/>
              </a:spcAft>
              <a:buClr>
                <a:schemeClr val="lt1"/>
              </a:buClr>
              <a:buSzPts val="1600"/>
              <a:buNone/>
              <a:defRPr sz="1600">
                <a:solidFill>
                  <a:schemeClr val="lt1"/>
                </a:solidFill>
              </a:defRPr>
            </a:lvl7pPr>
            <a:lvl8pPr marL="3657600" lvl="7" indent="-228600" algn="l">
              <a:lnSpc>
                <a:spcPct val="90000"/>
              </a:lnSpc>
              <a:spcBef>
                <a:spcPts val="500"/>
              </a:spcBef>
              <a:spcAft>
                <a:spcPts val="0"/>
              </a:spcAft>
              <a:buClr>
                <a:schemeClr val="lt1"/>
              </a:buClr>
              <a:buSzPts val="1600"/>
              <a:buNone/>
              <a:defRPr sz="1600">
                <a:solidFill>
                  <a:schemeClr val="lt1"/>
                </a:solidFill>
              </a:defRPr>
            </a:lvl8pPr>
            <a:lvl9pPr marL="4114800" lvl="8" indent="-228600" algn="l">
              <a:lnSpc>
                <a:spcPct val="90000"/>
              </a:lnSpc>
              <a:spcBef>
                <a:spcPts val="500"/>
              </a:spcBef>
              <a:spcAft>
                <a:spcPts val="0"/>
              </a:spcAft>
              <a:buClr>
                <a:schemeClr val="lt1"/>
              </a:buClr>
              <a:buSzPts val="1600"/>
              <a:buNone/>
              <a:defRPr sz="1600">
                <a:solidFill>
                  <a:schemeClr val="lt1"/>
                </a:solidFill>
              </a:defRPr>
            </a:lvl9pPr>
          </a:lstStyle>
          <a:p>
            <a:endParaRPr/>
          </a:p>
        </p:txBody>
      </p:sp>
      <p:sp>
        <p:nvSpPr>
          <p:cNvPr id="47" name="Google Shape;47;p42"/>
          <p:cNvSpPr/>
          <p:nvPr/>
        </p:nvSpPr>
        <p:spPr>
          <a:xfrm rot="-2700000">
            <a:off x="11209132" y="4448189"/>
            <a:ext cx="999200" cy="1262947"/>
          </a:xfrm>
          <a:custGeom>
            <a:avLst/>
            <a:gdLst/>
            <a:ahLst/>
            <a:cxnLst/>
            <a:rect l="l" t="t" r="r" b="b"/>
            <a:pathLst>
              <a:path w="999200" h="1262947" extrusionOk="0">
                <a:moveTo>
                  <a:pt x="540000" y="0"/>
                </a:moveTo>
                <a:lnTo>
                  <a:pt x="999200" y="815317"/>
                </a:lnTo>
                <a:lnTo>
                  <a:pt x="552185" y="1262333"/>
                </a:lnTo>
                <a:lnTo>
                  <a:pt x="540000" y="1262947"/>
                </a:lnTo>
                <a:cubicBezTo>
                  <a:pt x="241766" y="1262947"/>
                  <a:pt x="0" y="1142064"/>
                  <a:pt x="0" y="992947"/>
                </a:cubicBezTo>
                <a:cubicBezTo>
                  <a:pt x="0" y="974307"/>
                  <a:pt x="3778" y="956109"/>
                  <a:pt x="10971" y="938533"/>
                </a:cubicBezTo>
                <a:lnTo>
                  <a:pt x="15626" y="931034"/>
                </a:lnTo>
                <a:close/>
              </a:path>
            </a:pathLst>
          </a:custGeom>
          <a:gradFill>
            <a:gsLst>
              <a:gs pos="0">
                <a:srgbClr val="2B274A"/>
              </a:gs>
              <a:gs pos="30000">
                <a:srgbClr val="2B274A"/>
              </a:gs>
              <a:gs pos="40000">
                <a:srgbClr val="453E75"/>
              </a:gs>
              <a:gs pos="60000">
                <a:srgbClr val="2B274A"/>
              </a:gs>
              <a:gs pos="100000">
                <a:schemeClr val="dk2"/>
              </a:gs>
            </a:gsLst>
            <a:lin ang="10200000" scaled="0"/>
          </a:gradFill>
          <a:ln>
            <a:noFill/>
          </a:ln>
        </p:spPr>
        <p:txBody>
          <a:bodyPr spcFirstLastPara="1" wrap="square" lIns="91425" tIns="45700" rIns="91425" bIns="45700" anchor="ctr" anchorCtr="0">
            <a:noAutofit/>
          </a:bodyPr>
          <a:lstStyle/>
          <a:p>
            <a:pPr marL="0" marR="0" lvl="0" indent="0" algn="ctr" rtl="0">
              <a:spcBef>
                <a:spcPts val="0"/>
              </a:spcBef>
              <a:spcAft>
                <a:spcPts val="0"/>
              </a:spcAft>
              <a:buNone/>
            </a:pPr>
            <a:endParaRPr sz="1800">
              <a:solidFill>
                <a:schemeClr val="lt1"/>
              </a:solidFill>
              <a:latin typeface="Arial"/>
              <a:ea typeface="Arial"/>
              <a:cs typeface="Arial"/>
              <a:sym typeface="Arial"/>
            </a:endParaRPr>
          </a:p>
        </p:txBody>
      </p:sp>
      <p:sp>
        <p:nvSpPr>
          <p:cNvPr id="48" name="Google Shape;48;p42"/>
          <p:cNvSpPr/>
          <p:nvPr/>
        </p:nvSpPr>
        <p:spPr>
          <a:xfrm rot="2700000">
            <a:off x="11686937" y="4853516"/>
            <a:ext cx="540000" cy="978284"/>
          </a:xfrm>
          <a:custGeom>
            <a:avLst/>
            <a:gdLst/>
            <a:ahLst/>
            <a:cxnLst/>
            <a:rect l="l" t="t" r="r" b="b"/>
            <a:pathLst>
              <a:path w="540000" h="978284" extrusionOk="0">
                <a:moveTo>
                  <a:pt x="113288" y="0"/>
                </a:moveTo>
                <a:lnTo>
                  <a:pt x="539386" y="426099"/>
                </a:lnTo>
                <a:lnTo>
                  <a:pt x="540000" y="438284"/>
                </a:lnTo>
                <a:cubicBezTo>
                  <a:pt x="540000" y="736518"/>
                  <a:pt x="419117" y="978284"/>
                  <a:pt x="270000" y="978284"/>
                </a:cubicBezTo>
                <a:cubicBezTo>
                  <a:pt x="120883" y="978284"/>
                  <a:pt x="0" y="736518"/>
                  <a:pt x="0" y="438284"/>
                </a:cubicBezTo>
                <a:cubicBezTo>
                  <a:pt x="0" y="289167"/>
                  <a:pt x="30220" y="154167"/>
                  <a:pt x="79081" y="56446"/>
                </a:cubicBezTo>
                <a:close/>
              </a:path>
            </a:pathLst>
          </a:custGeom>
          <a:solidFill>
            <a:srgbClr val="2B274A"/>
          </a:solidFill>
          <a:ln>
            <a:noFill/>
          </a:ln>
        </p:spPr>
        <p:txBody>
          <a:bodyPr spcFirstLastPara="1" wrap="square" lIns="91425" tIns="45700" rIns="91425" bIns="45700" anchor="ctr" anchorCtr="0">
            <a:noAutofit/>
          </a:bodyPr>
          <a:lstStyle/>
          <a:p>
            <a:pPr marL="0" marR="0" lvl="0" indent="0" algn="ctr" rtl="0">
              <a:spcBef>
                <a:spcPts val="0"/>
              </a:spcBef>
              <a:spcAft>
                <a:spcPts val="0"/>
              </a:spcAft>
              <a:buNone/>
            </a:pPr>
            <a:endParaRPr sz="1800">
              <a:solidFill>
                <a:schemeClr val="lt1"/>
              </a:solidFill>
              <a:latin typeface="Arial"/>
              <a:ea typeface="Arial"/>
              <a:cs typeface="Arial"/>
              <a:sym typeface="Arial"/>
            </a:endParaRPr>
          </a:p>
        </p:txBody>
      </p:sp>
    </p:spTree>
  </p:cSld>
  <p:clrMapOvr>
    <a:masterClrMapping/>
  </p:clrMapOvr>
</p:sldLayout>
</file>

<file path=ppt/slideLayouts/slideLayout4.xml><?xml version="1.0" encoding="utf-8"?>
<p:sldLayout xmlns:a="http://schemas.openxmlformats.org/drawingml/2006/main" xmlns:r="http://schemas.openxmlformats.org/officeDocument/2006/relationships" xmlns:p="http://schemas.openxmlformats.org/presentationml/2006/main" matchingName="Two Content" type="twoObj">
  <p:cSld name="TWO_OBJECTS">
    <p:spTree>
      <p:nvGrpSpPr>
        <p:cNvPr id="1" name="Shape 49"/>
        <p:cNvGrpSpPr/>
        <p:nvPr/>
      </p:nvGrpSpPr>
      <p:grpSpPr>
        <a:xfrm>
          <a:off x="0" y="0"/>
          <a:ext cx="0" cy="0"/>
          <a:chOff x="0" y="0"/>
          <a:chExt cx="0" cy="0"/>
        </a:xfrm>
      </p:grpSpPr>
      <p:sp>
        <p:nvSpPr>
          <p:cNvPr id="50" name="Google Shape;50;p43"/>
          <p:cNvSpPr/>
          <p:nvPr/>
        </p:nvSpPr>
        <p:spPr>
          <a:xfrm>
            <a:off x="11069864" y="333375"/>
            <a:ext cx="360000" cy="360000"/>
          </a:xfrm>
          <a:prstGeom prst="ellipse">
            <a:avLst/>
          </a:prstGeom>
          <a:gradFill>
            <a:gsLst>
              <a:gs pos="0">
                <a:schemeClr val="dk2"/>
              </a:gs>
              <a:gs pos="60000">
                <a:schemeClr val="dk2"/>
              </a:gs>
              <a:gs pos="100000">
                <a:srgbClr val="746EB3"/>
              </a:gs>
            </a:gsLst>
            <a:path path="circle">
              <a:fillToRect l="100000" b="100000"/>
            </a:path>
            <a:tileRect t="-100000" r="-100000"/>
          </a:gradFill>
          <a:ln>
            <a:noFill/>
          </a:ln>
        </p:spPr>
        <p:txBody>
          <a:bodyPr spcFirstLastPara="1" wrap="square" lIns="91425" tIns="45700" rIns="91425" bIns="45700" anchor="ctr" anchorCtr="0">
            <a:noAutofit/>
          </a:bodyPr>
          <a:lstStyle/>
          <a:p>
            <a:pPr marL="0" marR="0" lvl="0" indent="0" algn="ctr" rtl="0">
              <a:spcBef>
                <a:spcPts val="0"/>
              </a:spcBef>
              <a:spcAft>
                <a:spcPts val="0"/>
              </a:spcAft>
              <a:buNone/>
            </a:pPr>
            <a:endParaRPr sz="1800">
              <a:solidFill>
                <a:schemeClr val="lt1"/>
              </a:solidFill>
              <a:latin typeface="Arial"/>
              <a:ea typeface="Arial"/>
              <a:cs typeface="Arial"/>
              <a:sym typeface="Arial"/>
            </a:endParaRPr>
          </a:p>
        </p:txBody>
      </p:sp>
      <p:grpSp>
        <p:nvGrpSpPr>
          <p:cNvPr id="51" name="Google Shape;51;p43"/>
          <p:cNvGrpSpPr/>
          <p:nvPr/>
        </p:nvGrpSpPr>
        <p:grpSpPr>
          <a:xfrm>
            <a:off x="233344" y="5384019"/>
            <a:ext cx="828357" cy="828357"/>
            <a:chOff x="2895711" y="1234487"/>
            <a:chExt cx="828357" cy="828357"/>
          </a:xfrm>
        </p:grpSpPr>
        <p:sp>
          <p:nvSpPr>
            <p:cNvPr id="52" name="Google Shape;52;p43"/>
            <p:cNvSpPr/>
            <p:nvPr/>
          </p:nvSpPr>
          <p:spPr>
            <a:xfrm rot="2700000">
              <a:off x="3039890" y="1332929"/>
              <a:ext cx="540000" cy="631474"/>
            </a:xfrm>
            <a:custGeom>
              <a:avLst/>
              <a:gdLst/>
              <a:ahLst/>
              <a:cxnLst/>
              <a:rect l="l" t="t" r="r" b="b"/>
              <a:pathLst>
                <a:path w="1080000" h="1262947" extrusionOk="0">
                  <a:moveTo>
                    <a:pt x="540000" y="0"/>
                  </a:moveTo>
                  <a:lnTo>
                    <a:pt x="1064374" y="931034"/>
                  </a:lnTo>
                  <a:lnTo>
                    <a:pt x="1069029" y="938533"/>
                  </a:lnTo>
                  <a:cubicBezTo>
                    <a:pt x="1076223" y="956109"/>
                    <a:pt x="1080000" y="974307"/>
                    <a:pt x="1080000" y="992947"/>
                  </a:cubicBezTo>
                  <a:cubicBezTo>
                    <a:pt x="1080000" y="1142064"/>
                    <a:pt x="838234" y="1262947"/>
                    <a:pt x="540000" y="1262947"/>
                  </a:cubicBezTo>
                  <a:cubicBezTo>
                    <a:pt x="241766" y="1262947"/>
                    <a:pt x="0" y="1142064"/>
                    <a:pt x="0" y="992947"/>
                  </a:cubicBezTo>
                  <a:cubicBezTo>
                    <a:pt x="0" y="974307"/>
                    <a:pt x="3778" y="956109"/>
                    <a:pt x="10971" y="938533"/>
                  </a:cubicBezTo>
                  <a:lnTo>
                    <a:pt x="15626" y="931034"/>
                  </a:lnTo>
                  <a:lnTo>
                    <a:pt x="540000" y="0"/>
                  </a:lnTo>
                  <a:close/>
                </a:path>
              </a:pathLst>
            </a:custGeom>
            <a:gradFill>
              <a:gsLst>
                <a:gs pos="0">
                  <a:srgbClr val="2B274A"/>
                </a:gs>
                <a:gs pos="30000">
                  <a:srgbClr val="2B274A"/>
                </a:gs>
                <a:gs pos="40000">
                  <a:srgbClr val="453E75"/>
                </a:gs>
                <a:gs pos="60000">
                  <a:srgbClr val="2B274A"/>
                </a:gs>
                <a:gs pos="100000">
                  <a:schemeClr val="dk2"/>
                </a:gs>
              </a:gsLst>
              <a:lin ang="600000" scaled="0"/>
            </a:gradFill>
            <a:ln>
              <a:noFill/>
            </a:ln>
          </p:spPr>
          <p:txBody>
            <a:bodyPr spcFirstLastPara="1" wrap="square" lIns="91425" tIns="45700" rIns="91425" bIns="45700" anchor="ctr" anchorCtr="0">
              <a:noAutofit/>
            </a:bodyPr>
            <a:lstStyle/>
            <a:p>
              <a:pPr marL="0" marR="0" lvl="0" indent="0" algn="ctr" rtl="0">
                <a:spcBef>
                  <a:spcPts val="0"/>
                </a:spcBef>
                <a:spcAft>
                  <a:spcPts val="0"/>
                </a:spcAft>
                <a:buNone/>
              </a:pPr>
              <a:endParaRPr sz="1800">
                <a:solidFill>
                  <a:schemeClr val="lt1"/>
                </a:solidFill>
                <a:latin typeface="Arial"/>
                <a:ea typeface="Arial"/>
                <a:cs typeface="Arial"/>
                <a:sym typeface="Arial"/>
              </a:endParaRPr>
            </a:p>
          </p:txBody>
        </p:sp>
        <p:sp>
          <p:nvSpPr>
            <p:cNvPr id="53" name="Google Shape;53;p43"/>
            <p:cNvSpPr/>
            <p:nvPr/>
          </p:nvSpPr>
          <p:spPr>
            <a:xfrm rot="8100000">
              <a:off x="3047090" y="1506466"/>
              <a:ext cx="270000" cy="540000"/>
            </a:xfrm>
            <a:prstGeom prst="ellipse">
              <a:avLst/>
            </a:prstGeom>
            <a:gradFill>
              <a:gsLst>
                <a:gs pos="0">
                  <a:srgbClr val="221F3B"/>
                </a:gs>
                <a:gs pos="50000">
                  <a:srgbClr val="221F3B"/>
                </a:gs>
                <a:gs pos="100000">
                  <a:srgbClr val="2B274A"/>
                </a:gs>
              </a:gsLst>
              <a:lin ang="5400000" scaled="0"/>
            </a:gradFill>
            <a:ln>
              <a:noFill/>
            </a:ln>
          </p:spPr>
          <p:txBody>
            <a:bodyPr spcFirstLastPara="1" wrap="square" lIns="91425" tIns="45700" rIns="91425" bIns="45700" anchor="ctr" anchorCtr="0">
              <a:noAutofit/>
            </a:bodyPr>
            <a:lstStyle/>
            <a:p>
              <a:pPr marL="0" marR="0" lvl="0" indent="0" algn="ctr" rtl="0">
                <a:spcBef>
                  <a:spcPts val="0"/>
                </a:spcBef>
                <a:spcAft>
                  <a:spcPts val="0"/>
                </a:spcAft>
                <a:buNone/>
              </a:pPr>
              <a:endParaRPr sz="1800">
                <a:solidFill>
                  <a:schemeClr val="lt1"/>
                </a:solidFill>
                <a:latin typeface="Arial"/>
                <a:ea typeface="Arial"/>
                <a:cs typeface="Arial"/>
                <a:sym typeface="Arial"/>
              </a:endParaRPr>
            </a:p>
          </p:txBody>
        </p:sp>
      </p:grpSp>
      <p:sp>
        <p:nvSpPr>
          <p:cNvPr id="54" name="Google Shape;54;p43"/>
          <p:cNvSpPr txBox="1">
            <a:spLocks noGrp="1"/>
          </p:cNvSpPr>
          <p:nvPr>
            <p:ph type="title"/>
          </p:nvPr>
        </p:nvSpPr>
        <p:spPr>
          <a:xfrm>
            <a:off x="550863" y="549275"/>
            <a:ext cx="11090274" cy="1332000"/>
          </a:xfrm>
          <a:prstGeom prst="rect">
            <a:avLst/>
          </a:prstGeom>
          <a:noFill/>
          <a:ln>
            <a:noFill/>
          </a:ln>
        </p:spPr>
        <p:txBody>
          <a:bodyPr spcFirstLastPara="1" wrap="square" lIns="0" tIns="0" rIns="0" bIns="0" anchor="t" anchorCtr="0">
            <a:normAutofit/>
          </a:bodyPr>
          <a:lstStyle>
            <a:lvl1pPr lvl="0" algn="l">
              <a:lnSpc>
                <a:spcPct val="100000"/>
              </a:lnSpc>
              <a:spcBef>
                <a:spcPts val="0"/>
              </a:spcBef>
              <a:spcAft>
                <a:spcPts val="0"/>
              </a:spcAft>
              <a:buClr>
                <a:schemeClr val="lt1"/>
              </a:buClr>
              <a:buSzPts val="4800"/>
              <a:buFont typeface="Arial"/>
              <a:buNone/>
              <a:defRPr/>
            </a:lvl1pPr>
            <a:lvl2pPr lvl="1">
              <a:spcBef>
                <a:spcPts val="0"/>
              </a:spcBef>
              <a:spcAft>
                <a:spcPts val="0"/>
              </a:spcAft>
              <a:buSzPts val="1400"/>
              <a:buNone/>
              <a:defRPr/>
            </a:lvl2pPr>
            <a:lvl3pPr lvl="2">
              <a:spcBef>
                <a:spcPts val="0"/>
              </a:spcBef>
              <a:spcAft>
                <a:spcPts val="0"/>
              </a:spcAft>
              <a:buSzPts val="1400"/>
              <a:buNone/>
              <a:defRPr/>
            </a:lvl3pPr>
            <a:lvl4pPr lvl="3">
              <a:spcBef>
                <a:spcPts val="0"/>
              </a:spcBef>
              <a:spcAft>
                <a:spcPts val="0"/>
              </a:spcAft>
              <a:buSzPts val="1400"/>
              <a:buNone/>
              <a:defRPr/>
            </a:lvl4pPr>
            <a:lvl5pPr lvl="4">
              <a:spcBef>
                <a:spcPts val="0"/>
              </a:spcBef>
              <a:spcAft>
                <a:spcPts val="0"/>
              </a:spcAft>
              <a:buSzPts val="1400"/>
              <a:buNone/>
              <a:defRPr/>
            </a:lvl5pPr>
            <a:lvl6pPr lvl="5">
              <a:spcBef>
                <a:spcPts val="0"/>
              </a:spcBef>
              <a:spcAft>
                <a:spcPts val="0"/>
              </a:spcAft>
              <a:buSzPts val="1400"/>
              <a:buNone/>
              <a:defRPr/>
            </a:lvl6pPr>
            <a:lvl7pPr lvl="6">
              <a:spcBef>
                <a:spcPts val="0"/>
              </a:spcBef>
              <a:spcAft>
                <a:spcPts val="0"/>
              </a:spcAft>
              <a:buSzPts val="1400"/>
              <a:buNone/>
              <a:defRPr/>
            </a:lvl7pPr>
            <a:lvl8pPr lvl="7">
              <a:spcBef>
                <a:spcPts val="0"/>
              </a:spcBef>
              <a:spcAft>
                <a:spcPts val="0"/>
              </a:spcAft>
              <a:buSzPts val="1400"/>
              <a:buNone/>
              <a:defRPr/>
            </a:lvl8pPr>
            <a:lvl9pPr lvl="8">
              <a:spcBef>
                <a:spcPts val="0"/>
              </a:spcBef>
              <a:spcAft>
                <a:spcPts val="0"/>
              </a:spcAft>
              <a:buSzPts val="1400"/>
              <a:buNone/>
              <a:defRPr/>
            </a:lvl9pPr>
          </a:lstStyle>
          <a:p>
            <a:endParaRPr/>
          </a:p>
        </p:txBody>
      </p:sp>
      <p:sp>
        <p:nvSpPr>
          <p:cNvPr id="55" name="Google Shape;55;p43"/>
          <p:cNvSpPr txBox="1">
            <a:spLocks noGrp="1"/>
          </p:cNvSpPr>
          <p:nvPr>
            <p:ph type="body" idx="1"/>
          </p:nvPr>
        </p:nvSpPr>
        <p:spPr>
          <a:xfrm>
            <a:off x="550862" y="2097175"/>
            <a:ext cx="5435600" cy="3995650"/>
          </a:xfrm>
          <a:prstGeom prst="rect">
            <a:avLst/>
          </a:prstGeom>
          <a:noFill/>
          <a:ln>
            <a:noFill/>
          </a:ln>
        </p:spPr>
        <p:txBody>
          <a:bodyPr spcFirstLastPara="1" wrap="square" lIns="0" tIns="0" rIns="0" bIns="0" anchor="t" anchorCtr="0">
            <a:normAutofit/>
          </a:bodyPr>
          <a:lstStyle>
            <a:lvl1pPr marL="457200" lvl="0" indent="-342900" algn="l">
              <a:lnSpc>
                <a:spcPct val="110000"/>
              </a:lnSpc>
              <a:spcBef>
                <a:spcPts val="1000"/>
              </a:spcBef>
              <a:spcAft>
                <a:spcPts val="0"/>
              </a:spcAft>
              <a:buClr>
                <a:schemeClr val="lt1"/>
              </a:buClr>
              <a:buSzPts val="1800"/>
              <a:buChar char="•"/>
              <a:defRPr/>
            </a:lvl1pPr>
            <a:lvl2pPr marL="914400" lvl="1" indent="-342900" algn="l">
              <a:lnSpc>
                <a:spcPct val="110000"/>
              </a:lnSpc>
              <a:spcBef>
                <a:spcPts val="800"/>
              </a:spcBef>
              <a:spcAft>
                <a:spcPts val="0"/>
              </a:spcAft>
              <a:buClr>
                <a:schemeClr val="lt1"/>
              </a:buClr>
              <a:buSzPts val="1800"/>
              <a:buChar char="•"/>
              <a:defRPr/>
            </a:lvl2pPr>
            <a:lvl3pPr marL="1371600" lvl="2" indent="-342900" algn="l">
              <a:lnSpc>
                <a:spcPct val="110000"/>
              </a:lnSpc>
              <a:spcBef>
                <a:spcPts val="800"/>
              </a:spcBef>
              <a:spcAft>
                <a:spcPts val="0"/>
              </a:spcAft>
              <a:buClr>
                <a:schemeClr val="lt1"/>
              </a:buClr>
              <a:buSzPts val="1800"/>
              <a:buChar char="•"/>
              <a:defRPr/>
            </a:lvl3pPr>
            <a:lvl4pPr marL="1828800" lvl="3" indent="-342900" algn="l">
              <a:lnSpc>
                <a:spcPct val="110000"/>
              </a:lnSpc>
              <a:spcBef>
                <a:spcPts val="800"/>
              </a:spcBef>
              <a:spcAft>
                <a:spcPts val="0"/>
              </a:spcAft>
              <a:buClr>
                <a:schemeClr val="lt1"/>
              </a:buClr>
              <a:buSzPts val="1800"/>
              <a:buChar char="•"/>
              <a:defRPr/>
            </a:lvl4pPr>
            <a:lvl5pPr marL="2286000" lvl="4" indent="-342900" algn="l">
              <a:lnSpc>
                <a:spcPct val="110000"/>
              </a:lnSpc>
              <a:spcBef>
                <a:spcPts val="800"/>
              </a:spcBef>
              <a:spcAft>
                <a:spcPts val="0"/>
              </a:spcAft>
              <a:buClr>
                <a:schemeClr val="lt1"/>
              </a:buClr>
              <a:buSzPts val="1800"/>
              <a:buChar char="•"/>
              <a:defRPr/>
            </a:lvl5pPr>
            <a:lvl6pPr marL="2743200" lvl="5" indent="-342900" algn="l">
              <a:lnSpc>
                <a:spcPct val="90000"/>
              </a:lnSpc>
              <a:spcBef>
                <a:spcPts val="800"/>
              </a:spcBef>
              <a:spcAft>
                <a:spcPts val="0"/>
              </a:spcAft>
              <a:buClr>
                <a:schemeClr val="lt1"/>
              </a:buClr>
              <a:buSzPts val="1800"/>
              <a:buChar char="•"/>
              <a:defRPr/>
            </a:lvl6pPr>
            <a:lvl7pPr marL="3200400" lvl="6" indent="-342900" algn="l">
              <a:lnSpc>
                <a:spcPct val="90000"/>
              </a:lnSpc>
              <a:spcBef>
                <a:spcPts val="500"/>
              </a:spcBef>
              <a:spcAft>
                <a:spcPts val="0"/>
              </a:spcAft>
              <a:buClr>
                <a:schemeClr val="lt1"/>
              </a:buClr>
              <a:buSzPts val="1800"/>
              <a:buChar char="•"/>
              <a:defRPr/>
            </a:lvl7pPr>
            <a:lvl8pPr marL="3657600" lvl="7" indent="-342900" algn="l">
              <a:lnSpc>
                <a:spcPct val="90000"/>
              </a:lnSpc>
              <a:spcBef>
                <a:spcPts val="500"/>
              </a:spcBef>
              <a:spcAft>
                <a:spcPts val="0"/>
              </a:spcAft>
              <a:buClr>
                <a:schemeClr val="lt1"/>
              </a:buClr>
              <a:buSzPts val="1800"/>
              <a:buChar char="•"/>
              <a:defRPr/>
            </a:lvl8pPr>
            <a:lvl9pPr marL="4114800" lvl="8" indent="-342900" algn="l">
              <a:lnSpc>
                <a:spcPct val="90000"/>
              </a:lnSpc>
              <a:spcBef>
                <a:spcPts val="500"/>
              </a:spcBef>
              <a:spcAft>
                <a:spcPts val="0"/>
              </a:spcAft>
              <a:buClr>
                <a:schemeClr val="lt1"/>
              </a:buClr>
              <a:buSzPts val="1800"/>
              <a:buChar char="•"/>
              <a:defRPr/>
            </a:lvl9pPr>
          </a:lstStyle>
          <a:p>
            <a:endParaRPr/>
          </a:p>
        </p:txBody>
      </p:sp>
      <p:sp>
        <p:nvSpPr>
          <p:cNvPr id="56" name="Google Shape;56;p43"/>
          <p:cNvSpPr txBox="1">
            <a:spLocks noGrp="1"/>
          </p:cNvSpPr>
          <p:nvPr>
            <p:ph type="body" idx="2"/>
          </p:nvPr>
        </p:nvSpPr>
        <p:spPr>
          <a:xfrm>
            <a:off x="6205538" y="2097175"/>
            <a:ext cx="5435600" cy="3995650"/>
          </a:xfrm>
          <a:prstGeom prst="rect">
            <a:avLst/>
          </a:prstGeom>
          <a:noFill/>
          <a:ln>
            <a:noFill/>
          </a:ln>
        </p:spPr>
        <p:txBody>
          <a:bodyPr spcFirstLastPara="1" wrap="square" lIns="0" tIns="0" rIns="0" bIns="0" anchor="t" anchorCtr="0">
            <a:normAutofit/>
          </a:bodyPr>
          <a:lstStyle>
            <a:lvl1pPr marL="457200" lvl="0" indent="-342900" algn="l">
              <a:lnSpc>
                <a:spcPct val="110000"/>
              </a:lnSpc>
              <a:spcBef>
                <a:spcPts val="1000"/>
              </a:spcBef>
              <a:spcAft>
                <a:spcPts val="0"/>
              </a:spcAft>
              <a:buClr>
                <a:schemeClr val="lt1"/>
              </a:buClr>
              <a:buSzPts val="1800"/>
              <a:buChar char="•"/>
              <a:defRPr/>
            </a:lvl1pPr>
            <a:lvl2pPr marL="914400" lvl="1" indent="-342900" algn="l">
              <a:lnSpc>
                <a:spcPct val="110000"/>
              </a:lnSpc>
              <a:spcBef>
                <a:spcPts val="800"/>
              </a:spcBef>
              <a:spcAft>
                <a:spcPts val="0"/>
              </a:spcAft>
              <a:buClr>
                <a:schemeClr val="lt1"/>
              </a:buClr>
              <a:buSzPts val="1800"/>
              <a:buChar char="•"/>
              <a:defRPr/>
            </a:lvl2pPr>
            <a:lvl3pPr marL="1371600" lvl="2" indent="-342900" algn="l">
              <a:lnSpc>
                <a:spcPct val="110000"/>
              </a:lnSpc>
              <a:spcBef>
                <a:spcPts val="800"/>
              </a:spcBef>
              <a:spcAft>
                <a:spcPts val="0"/>
              </a:spcAft>
              <a:buClr>
                <a:schemeClr val="lt1"/>
              </a:buClr>
              <a:buSzPts val="1800"/>
              <a:buChar char="•"/>
              <a:defRPr/>
            </a:lvl3pPr>
            <a:lvl4pPr marL="1828800" lvl="3" indent="-342900" algn="l">
              <a:lnSpc>
                <a:spcPct val="110000"/>
              </a:lnSpc>
              <a:spcBef>
                <a:spcPts val="800"/>
              </a:spcBef>
              <a:spcAft>
                <a:spcPts val="0"/>
              </a:spcAft>
              <a:buClr>
                <a:schemeClr val="lt1"/>
              </a:buClr>
              <a:buSzPts val="1800"/>
              <a:buChar char="•"/>
              <a:defRPr/>
            </a:lvl4pPr>
            <a:lvl5pPr marL="2286000" lvl="4" indent="-342900" algn="l">
              <a:lnSpc>
                <a:spcPct val="110000"/>
              </a:lnSpc>
              <a:spcBef>
                <a:spcPts val="800"/>
              </a:spcBef>
              <a:spcAft>
                <a:spcPts val="0"/>
              </a:spcAft>
              <a:buClr>
                <a:schemeClr val="lt1"/>
              </a:buClr>
              <a:buSzPts val="1800"/>
              <a:buChar char="•"/>
              <a:defRPr/>
            </a:lvl5pPr>
            <a:lvl6pPr marL="2743200" lvl="5" indent="-342900" algn="l">
              <a:lnSpc>
                <a:spcPct val="90000"/>
              </a:lnSpc>
              <a:spcBef>
                <a:spcPts val="800"/>
              </a:spcBef>
              <a:spcAft>
                <a:spcPts val="0"/>
              </a:spcAft>
              <a:buClr>
                <a:schemeClr val="lt1"/>
              </a:buClr>
              <a:buSzPts val="1800"/>
              <a:buChar char="•"/>
              <a:defRPr/>
            </a:lvl6pPr>
            <a:lvl7pPr marL="3200400" lvl="6" indent="-342900" algn="l">
              <a:lnSpc>
                <a:spcPct val="90000"/>
              </a:lnSpc>
              <a:spcBef>
                <a:spcPts val="500"/>
              </a:spcBef>
              <a:spcAft>
                <a:spcPts val="0"/>
              </a:spcAft>
              <a:buClr>
                <a:schemeClr val="lt1"/>
              </a:buClr>
              <a:buSzPts val="1800"/>
              <a:buChar char="•"/>
              <a:defRPr/>
            </a:lvl7pPr>
            <a:lvl8pPr marL="3657600" lvl="7" indent="-342900" algn="l">
              <a:lnSpc>
                <a:spcPct val="90000"/>
              </a:lnSpc>
              <a:spcBef>
                <a:spcPts val="500"/>
              </a:spcBef>
              <a:spcAft>
                <a:spcPts val="0"/>
              </a:spcAft>
              <a:buClr>
                <a:schemeClr val="lt1"/>
              </a:buClr>
              <a:buSzPts val="1800"/>
              <a:buChar char="•"/>
              <a:defRPr/>
            </a:lvl8pPr>
            <a:lvl9pPr marL="4114800" lvl="8" indent="-342900" algn="l">
              <a:lnSpc>
                <a:spcPct val="90000"/>
              </a:lnSpc>
              <a:spcBef>
                <a:spcPts val="500"/>
              </a:spcBef>
              <a:spcAft>
                <a:spcPts val="0"/>
              </a:spcAft>
              <a:buClr>
                <a:schemeClr val="lt1"/>
              </a:buClr>
              <a:buSzPts val="1800"/>
              <a:buChar char="•"/>
              <a:defRPr/>
            </a:lvl9pPr>
          </a:lstStyle>
          <a:p>
            <a:endParaRPr/>
          </a:p>
        </p:txBody>
      </p:sp>
      <p:sp>
        <p:nvSpPr>
          <p:cNvPr id="57" name="Google Shape;57;p43"/>
          <p:cNvSpPr txBox="1">
            <a:spLocks noGrp="1"/>
          </p:cNvSpPr>
          <p:nvPr>
            <p:ph type="dt" idx="10"/>
          </p:nvPr>
        </p:nvSpPr>
        <p:spPr>
          <a:xfrm>
            <a:off x="550863" y="6507212"/>
            <a:ext cx="2628900" cy="153888"/>
          </a:xfrm>
          <a:prstGeom prst="rect">
            <a:avLst/>
          </a:prstGeom>
          <a:noFill/>
          <a:ln>
            <a:noFill/>
          </a:ln>
        </p:spPr>
        <p:txBody>
          <a:bodyPr spcFirstLastPara="1" wrap="square" lIns="0" tIns="0" rIns="0" bIns="0" anchor="ctr" anchorCtr="0">
            <a:spAutoFit/>
          </a:bodyPr>
          <a:lstStyle>
            <a:lvl1pPr lvl="0" algn="l">
              <a:spcBef>
                <a:spcPts val="0"/>
              </a:spcBef>
              <a:spcAft>
                <a:spcPts val="0"/>
              </a:spcAft>
              <a:buSzPts val="1400"/>
              <a:buNone/>
              <a:defRPr/>
            </a:lvl1pPr>
            <a:lvl2pPr lvl="1" algn="l">
              <a:spcBef>
                <a:spcPts val="0"/>
              </a:spcBef>
              <a:spcAft>
                <a:spcPts val="0"/>
              </a:spcAft>
              <a:buSzPts val="1400"/>
              <a:buNone/>
              <a:defRPr/>
            </a:lvl2pPr>
            <a:lvl3pPr lvl="2" algn="l">
              <a:spcBef>
                <a:spcPts val="0"/>
              </a:spcBef>
              <a:spcAft>
                <a:spcPts val="0"/>
              </a:spcAft>
              <a:buSzPts val="1400"/>
              <a:buNone/>
              <a:defRPr/>
            </a:lvl3pPr>
            <a:lvl4pPr lvl="3" algn="l">
              <a:spcBef>
                <a:spcPts val="0"/>
              </a:spcBef>
              <a:spcAft>
                <a:spcPts val="0"/>
              </a:spcAft>
              <a:buSzPts val="1400"/>
              <a:buNone/>
              <a:defRPr/>
            </a:lvl4pPr>
            <a:lvl5pPr lvl="4" algn="l">
              <a:spcBef>
                <a:spcPts val="0"/>
              </a:spcBef>
              <a:spcAft>
                <a:spcPts val="0"/>
              </a:spcAft>
              <a:buSzPts val="1400"/>
              <a:buNone/>
              <a:defRPr/>
            </a:lvl5pPr>
            <a:lvl6pPr lvl="5" algn="l">
              <a:spcBef>
                <a:spcPts val="0"/>
              </a:spcBef>
              <a:spcAft>
                <a:spcPts val="0"/>
              </a:spcAft>
              <a:buSzPts val="1400"/>
              <a:buNone/>
              <a:defRPr/>
            </a:lvl6pPr>
            <a:lvl7pPr lvl="6" algn="l">
              <a:spcBef>
                <a:spcPts val="0"/>
              </a:spcBef>
              <a:spcAft>
                <a:spcPts val="0"/>
              </a:spcAft>
              <a:buSzPts val="1400"/>
              <a:buNone/>
              <a:defRPr/>
            </a:lvl7pPr>
            <a:lvl8pPr lvl="7" algn="l">
              <a:spcBef>
                <a:spcPts val="0"/>
              </a:spcBef>
              <a:spcAft>
                <a:spcPts val="0"/>
              </a:spcAft>
              <a:buSzPts val="1400"/>
              <a:buNone/>
              <a:defRPr/>
            </a:lvl8pPr>
            <a:lvl9pPr lvl="8" algn="l">
              <a:spcBef>
                <a:spcPts val="0"/>
              </a:spcBef>
              <a:spcAft>
                <a:spcPts val="0"/>
              </a:spcAft>
              <a:buSzPts val="1400"/>
              <a:buNone/>
              <a:defRPr/>
            </a:lvl9pPr>
          </a:lstStyle>
          <a:p>
            <a:endParaRPr/>
          </a:p>
        </p:txBody>
      </p:sp>
      <p:sp>
        <p:nvSpPr>
          <p:cNvPr id="58" name="Google Shape;58;p43"/>
          <p:cNvSpPr txBox="1">
            <a:spLocks noGrp="1"/>
          </p:cNvSpPr>
          <p:nvPr>
            <p:ph type="ftr" idx="11"/>
          </p:nvPr>
        </p:nvSpPr>
        <p:spPr>
          <a:xfrm>
            <a:off x="3359150" y="6507212"/>
            <a:ext cx="6379210" cy="153888"/>
          </a:xfrm>
          <a:prstGeom prst="rect">
            <a:avLst/>
          </a:prstGeom>
          <a:noFill/>
          <a:ln>
            <a:noFill/>
          </a:ln>
        </p:spPr>
        <p:txBody>
          <a:bodyPr spcFirstLastPara="1" wrap="square" lIns="0" tIns="0" rIns="0" bIns="0" anchor="ctr" anchorCtr="0">
            <a:spAutoFit/>
          </a:bodyPr>
          <a:lstStyle>
            <a:lvl1pPr lvl="0" algn="l">
              <a:spcBef>
                <a:spcPts val="0"/>
              </a:spcBef>
              <a:spcAft>
                <a:spcPts val="0"/>
              </a:spcAft>
              <a:buSzPts val="1400"/>
              <a:buNone/>
              <a:defRPr/>
            </a:lvl1pPr>
            <a:lvl2pPr lvl="1" algn="l">
              <a:spcBef>
                <a:spcPts val="0"/>
              </a:spcBef>
              <a:spcAft>
                <a:spcPts val="0"/>
              </a:spcAft>
              <a:buSzPts val="1400"/>
              <a:buNone/>
              <a:defRPr/>
            </a:lvl2pPr>
            <a:lvl3pPr lvl="2" algn="l">
              <a:spcBef>
                <a:spcPts val="0"/>
              </a:spcBef>
              <a:spcAft>
                <a:spcPts val="0"/>
              </a:spcAft>
              <a:buSzPts val="1400"/>
              <a:buNone/>
              <a:defRPr/>
            </a:lvl3pPr>
            <a:lvl4pPr lvl="3" algn="l">
              <a:spcBef>
                <a:spcPts val="0"/>
              </a:spcBef>
              <a:spcAft>
                <a:spcPts val="0"/>
              </a:spcAft>
              <a:buSzPts val="1400"/>
              <a:buNone/>
              <a:defRPr/>
            </a:lvl4pPr>
            <a:lvl5pPr lvl="4" algn="l">
              <a:spcBef>
                <a:spcPts val="0"/>
              </a:spcBef>
              <a:spcAft>
                <a:spcPts val="0"/>
              </a:spcAft>
              <a:buSzPts val="1400"/>
              <a:buNone/>
              <a:defRPr/>
            </a:lvl5pPr>
            <a:lvl6pPr lvl="5" algn="l">
              <a:spcBef>
                <a:spcPts val="0"/>
              </a:spcBef>
              <a:spcAft>
                <a:spcPts val="0"/>
              </a:spcAft>
              <a:buSzPts val="1400"/>
              <a:buNone/>
              <a:defRPr/>
            </a:lvl6pPr>
            <a:lvl7pPr lvl="6" algn="l">
              <a:spcBef>
                <a:spcPts val="0"/>
              </a:spcBef>
              <a:spcAft>
                <a:spcPts val="0"/>
              </a:spcAft>
              <a:buSzPts val="1400"/>
              <a:buNone/>
              <a:defRPr/>
            </a:lvl7pPr>
            <a:lvl8pPr lvl="7" algn="l">
              <a:spcBef>
                <a:spcPts val="0"/>
              </a:spcBef>
              <a:spcAft>
                <a:spcPts val="0"/>
              </a:spcAft>
              <a:buSzPts val="1400"/>
              <a:buNone/>
              <a:defRPr/>
            </a:lvl8pPr>
            <a:lvl9pPr lvl="8" algn="l">
              <a:spcBef>
                <a:spcPts val="0"/>
              </a:spcBef>
              <a:spcAft>
                <a:spcPts val="0"/>
              </a:spcAft>
              <a:buSzPts val="1400"/>
              <a:buNone/>
              <a:defRPr/>
            </a:lvl9pPr>
          </a:lstStyle>
          <a:p>
            <a:endParaRPr/>
          </a:p>
        </p:txBody>
      </p:sp>
      <p:sp>
        <p:nvSpPr>
          <p:cNvPr id="59" name="Google Shape;59;p43"/>
          <p:cNvSpPr txBox="1">
            <a:spLocks noGrp="1"/>
          </p:cNvSpPr>
          <p:nvPr>
            <p:ph type="sldNum" idx="12"/>
          </p:nvPr>
        </p:nvSpPr>
        <p:spPr>
          <a:xfrm>
            <a:off x="9948863" y="6507212"/>
            <a:ext cx="1692274" cy="153888"/>
          </a:xfrm>
          <a:prstGeom prst="rect">
            <a:avLst/>
          </a:prstGeom>
          <a:noFill/>
          <a:ln>
            <a:noFill/>
          </a:ln>
        </p:spPr>
        <p:txBody>
          <a:bodyPr spcFirstLastPara="1" wrap="square" lIns="0" tIns="0" rIns="0" bIns="0" anchor="ctr" anchorCtr="0">
            <a:spAutoFit/>
          </a:bodyPr>
          <a:lstStyle>
            <a:lvl1pPr marL="0" lvl="0" indent="0" algn="r">
              <a:spcBef>
                <a:spcPts val="0"/>
              </a:spcBef>
              <a:buNone/>
              <a:defRPr/>
            </a:lvl1pPr>
            <a:lvl2pPr marL="0" lvl="1" indent="0" algn="r">
              <a:spcBef>
                <a:spcPts val="0"/>
              </a:spcBef>
              <a:buNone/>
              <a:defRPr/>
            </a:lvl2pPr>
            <a:lvl3pPr marL="0" lvl="2" indent="0" algn="r">
              <a:spcBef>
                <a:spcPts val="0"/>
              </a:spcBef>
              <a:buNone/>
              <a:defRPr/>
            </a:lvl3pPr>
            <a:lvl4pPr marL="0" lvl="3" indent="0" algn="r">
              <a:spcBef>
                <a:spcPts val="0"/>
              </a:spcBef>
              <a:buNone/>
              <a:defRPr/>
            </a:lvl4pPr>
            <a:lvl5pPr marL="0" lvl="4" indent="0" algn="r">
              <a:spcBef>
                <a:spcPts val="0"/>
              </a:spcBef>
              <a:buNone/>
              <a:defRPr/>
            </a:lvl5pPr>
            <a:lvl6pPr marL="0" lvl="5" indent="0" algn="r">
              <a:spcBef>
                <a:spcPts val="0"/>
              </a:spcBef>
              <a:buNone/>
              <a:defRPr/>
            </a:lvl6pPr>
            <a:lvl7pPr marL="0" lvl="6" indent="0" algn="r">
              <a:spcBef>
                <a:spcPts val="0"/>
              </a:spcBef>
              <a:buNone/>
              <a:defRPr/>
            </a:lvl7pPr>
            <a:lvl8pPr marL="0" lvl="7" indent="0" algn="r">
              <a:spcBef>
                <a:spcPts val="0"/>
              </a:spcBef>
              <a:buNone/>
              <a:defRPr/>
            </a:lvl8pPr>
            <a:lvl9pPr marL="0" lvl="8" indent="0" algn="r">
              <a:spcBef>
                <a:spcPts val="0"/>
              </a:spcBef>
              <a:buNone/>
              <a:defRPr/>
            </a:lvl9pPr>
          </a:lstStyle>
          <a:p>
            <a:pPr marL="0" lvl="0" indent="0" algn="r" rtl="0">
              <a:spcBef>
                <a:spcPts val="0"/>
              </a:spcBef>
              <a:spcAft>
                <a:spcPts val="0"/>
              </a:spcAft>
              <a:buNone/>
            </a:pPr>
            <a:fld id="{00000000-1234-1234-1234-123412341234}" type="slidenum">
              <a:rPr lang="en-US"/>
              <a:t>‹#›</a:t>
            </a:fld>
            <a:endParaRPr/>
          </a:p>
        </p:txBody>
      </p:sp>
    </p:spTree>
  </p:cSld>
  <p:clrMapOvr>
    <a:masterClrMapping/>
  </p:clrMapOvr>
</p:sldLayout>
</file>

<file path=ppt/slideLayouts/slideLayout5.xml><?xml version="1.0" encoding="utf-8"?>
<p:sldLayout xmlns:a="http://schemas.openxmlformats.org/drawingml/2006/main" xmlns:r="http://schemas.openxmlformats.org/officeDocument/2006/relationships" xmlns:p="http://schemas.openxmlformats.org/presentationml/2006/main" matchingName="Comparison" type="twoTxTwoObj">
  <p:cSld name="TWO_OBJECTS_WITH_TEXT">
    <p:spTree>
      <p:nvGrpSpPr>
        <p:cNvPr id="1" name="Shape 60"/>
        <p:cNvGrpSpPr/>
        <p:nvPr/>
      </p:nvGrpSpPr>
      <p:grpSpPr>
        <a:xfrm>
          <a:off x="0" y="0"/>
          <a:ext cx="0" cy="0"/>
          <a:chOff x="0" y="0"/>
          <a:chExt cx="0" cy="0"/>
        </a:xfrm>
      </p:grpSpPr>
      <p:sp>
        <p:nvSpPr>
          <p:cNvPr id="61" name="Google Shape;61;p44"/>
          <p:cNvSpPr/>
          <p:nvPr/>
        </p:nvSpPr>
        <p:spPr>
          <a:xfrm>
            <a:off x="11091612" y="5893466"/>
            <a:ext cx="360000" cy="360000"/>
          </a:xfrm>
          <a:prstGeom prst="ellipse">
            <a:avLst/>
          </a:prstGeom>
          <a:gradFill>
            <a:gsLst>
              <a:gs pos="0">
                <a:schemeClr val="dk2"/>
              </a:gs>
              <a:gs pos="60000">
                <a:schemeClr val="dk2"/>
              </a:gs>
              <a:gs pos="100000">
                <a:srgbClr val="746EB3"/>
              </a:gs>
            </a:gsLst>
            <a:path path="circle">
              <a:fillToRect l="100000" b="100000"/>
            </a:path>
            <a:tileRect t="-100000" r="-100000"/>
          </a:gradFill>
          <a:ln>
            <a:noFill/>
          </a:ln>
        </p:spPr>
        <p:txBody>
          <a:bodyPr spcFirstLastPara="1" wrap="square" lIns="91425" tIns="45700" rIns="91425" bIns="45700" anchor="ctr" anchorCtr="0">
            <a:noAutofit/>
          </a:bodyPr>
          <a:lstStyle/>
          <a:p>
            <a:pPr marL="0" marR="0" lvl="0" indent="0" algn="ctr" rtl="0">
              <a:spcBef>
                <a:spcPts val="0"/>
              </a:spcBef>
              <a:spcAft>
                <a:spcPts val="0"/>
              </a:spcAft>
              <a:buNone/>
            </a:pPr>
            <a:endParaRPr sz="1800">
              <a:solidFill>
                <a:schemeClr val="lt1"/>
              </a:solidFill>
              <a:latin typeface="Arial"/>
              <a:ea typeface="Arial"/>
              <a:cs typeface="Arial"/>
              <a:sym typeface="Arial"/>
            </a:endParaRPr>
          </a:p>
        </p:txBody>
      </p:sp>
      <p:sp>
        <p:nvSpPr>
          <p:cNvPr id="62" name="Google Shape;62;p44"/>
          <p:cNvSpPr/>
          <p:nvPr/>
        </p:nvSpPr>
        <p:spPr>
          <a:xfrm>
            <a:off x="11451612" y="5827878"/>
            <a:ext cx="379049" cy="360000"/>
          </a:xfrm>
          <a:prstGeom prst="rect">
            <a:avLst/>
          </a:prstGeom>
          <a:solidFill>
            <a:schemeClr val="dk2">
              <a:alpha val="80000"/>
            </a:schemeClr>
          </a:solidFill>
          <a:ln>
            <a:noFill/>
          </a:ln>
        </p:spPr>
        <p:txBody>
          <a:bodyPr spcFirstLastPara="1" wrap="square" lIns="91425" tIns="45700" rIns="91425" bIns="45700" anchor="ctr" anchorCtr="0">
            <a:noAutofit/>
          </a:bodyPr>
          <a:lstStyle/>
          <a:p>
            <a:pPr marL="0" marR="0" lvl="0" indent="0" algn="ctr" rtl="0">
              <a:spcBef>
                <a:spcPts val="0"/>
              </a:spcBef>
              <a:spcAft>
                <a:spcPts val="0"/>
              </a:spcAft>
              <a:buNone/>
            </a:pPr>
            <a:endParaRPr sz="1800">
              <a:solidFill>
                <a:schemeClr val="lt1"/>
              </a:solidFill>
              <a:latin typeface="Arial"/>
              <a:ea typeface="Arial"/>
              <a:cs typeface="Arial"/>
              <a:sym typeface="Arial"/>
            </a:endParaRPr>
          </a:p>
        </p:txBody>
      </p:sp>
      <p:sp>
        <p:nvSpPr>
          <p:cNvPr id="63" name="Google Shape;63;p44"/>
          <p:cNvSpPr txBox="1">
            <a:spLocks noGrp="1"/>
          </p:cNvSpPr>
          <p:nvPr>
            <p:ph type="title"/>
          </p:nvPr>
        </p:nvSpPr>
        <p:spPr>
          <a:xfrm>
            <a:off x="550862" y="549275"/>
            <a:ext cx="11097551" cy="1332000"/>
          </a:xfrm>
          <a:prstGeom prst="rect">
            <a:avLst/>
          </a:prstGeom>
          <a:noFill/>
          <a:ln>
            <a:noFill/>
          </a:ln>
        </p:spPr>
        <p:txBody>
          <a:bodyPr spcFirstLastPara="1" wrap="square" lIns="0" tIns="0" rIns="0" bIns="0" anchor="t" anchorCtr="0">
            <a:normAutofit/>
          </a:bodyPr>
          <a:lstStyle>
            <a:lvl1pPr lvl="0" algn="l">
              <a:lnSpc>
                <a:spcPct val="100000"/>
              </a:lnSpc>
              <a:spcBef>
                <a:spcPts val="0"/>
              </a:spcBef>
              <a:spcAft>
                <a:spcPts val="0"/>
              </a:spcAft>
              <a:buClr>
                <a:schemeClr val="lt1"/>
              </a:buClr>
              <a:buSzPts val="3200"/>
              <a:buFont typeface="Arial"/>
              <a:buNone/>
              <a:defRPr sz="3200"/>
            </a:lvl1pPr>
            <a:lvl2pPr lvl="1">
              <a:spcBef>
                <a:spcPts val="0"/>
              </a:spcBef>
              <a:spcAft>
                <a:spcPts val="0"/>
              </a:spcAft>
              <a:buSzPts val="1400"/>
              <a:buNone/>
              <a:defRPr/>
            </a:lvl2pPr>
            <a:lvl3pPr lvl="2">
              <a:spcBef>
                <a:spcPts val="0"/>
              </a:spcBef>
              <a:spcAft>
                <a:spcPts val="0"/>
              </a:spcAft>
              <a:buSzPts val="1400"/>
              <a:buNone/>
              <a:defRPr/>
            </a:lvl3pPr>
            <a:lvl4pPr lvl="3">
              <a:spcBef>
                <a:spcPts val="0"/>
              </a:spcBef>
              <a:spcAft>
                <a:spcPts val="0"/>
              </a:spcAft>
              <a:buSzPts val="1400"/>
              <a:buNone/>
              <a:defRPr/>
            </a:lvl4pPr>
            <a:lvl5pPr lvl="4">
              <a:spcBef>
                <a:spcPts val="0"/>
              </a:spcBef>
              <a:spcAft>
                <a:spcPts val="0"/>
              </a:spcAft>
              <a:buSzPts val="1400"/>
              <a:buNone/>
              <a:defRPr/>
            </a:lvl5pPr>
            <a:lvl6pPr lvl="5">
              <a:spcBef>
                <a:spcPts val="0"/>
              </a:spcBef>
              <a:spcAft>
                <a:spcPts val="0"/>
              </a:spcAft>
              <a:buSzPts val="1400"/>
              <a:buNone/>
              <a:defRPr/>
            </a:lvl6pPr>
            <a:lvl7pPr lvl="6">
              <a:spcBef>
                <a:spcPts val="0"/>
              </a:spcBef>
              <a:spcAft>
                <a:spcPts val="0"/>
              </a:spcAft>
              <a:buSzPts val="1400"/>
              <a:buNone/>
              <a:defRPr/>
            </a:lvl7pPr>
            <a:lvl8pPr lvl="7">
              <a:spcBef>
                <a:spcPts val="0"/>
              </a:spcBef>
              <a:spcAft>
                <a:spcPts val="0"/>
              </a:spcAft>
              <a:buSzPts val="1400"/>
              <a:buNone/>
              <a:defRPr/>
            </a:lvl8pPr>
            <a:lvl9pPr lvl="8">
              <a:spcBef>
                <a:spcPts val="0"/>
              </a:spcBef>
              <a:spcAft>
                <a:spcPts val="0"/>
              </a:spcAft>
              <a:buSzPts val="1400"/>
              <a:buNone/>
              <a:defRPr/>
            </a:lvl9pPr>
          </a:lstStyle>
          <a:p>
            <a:endParaRPr/>
          </a:p>
        </p:txBody>
      </p:sp>
      <p:sp>
        <p:nvSpPr>
          <p:cNvPr id="64" name="Google Shape;64;p44"/>
          <p:cNvSpPr txBox="1">
            <a:spLocks noGrp="1"/>
          </p:cNvSpPr>
          <p:nvPr>
            <p:ph type="body" idx="1"/>
          </p:nvPr>
        </p:nvSpPr>
        <p:spPr>
          <a:xfrm>
            <a:off x="550864" y="1881275"/>
            <a:ext cx="5437186" cy="535354"/>
          </a:xfrm>
          <a:prstGeom prst="rect">
            <a:avLst/>
          </a:prstGeom>
          <a:noFill/>
          <a:ln>
            <a:noFill/>
          </a:ln>
        </p:spPr>
        <p:txBody>
          <a:bodyPr spcFirstLastPara="1" wrap="square" lIns="0" tIns="0" rIns="0" bIns="0" anchor="b" anchorCtr="0">
            <a:normAutofit/>
          </a:bodyPr>
          <a:lstStyle>
            <a:lvl1pPr marL="457200" lvl="0" indent="-228600" algn="l">
              <a:lnSpc>
                <a:spcPct val="110000"/>
              </a:lnSpc>
              <a:spcBef>
                <a:spcPts val="1000"/>
              </a:spcBef>
              <a:spcAft>
                <a:spcPts val="0"/>
              </a:spcAft>
              <a:buClr>
                <a:schemeClr val="lt1"/>
              </a:buClr>
              <a:buSzPts val="1400"/>
              <a:buNone/>
              <a:defRPr sz="1400" b="0" cap="none">
                <a:solidFill>
                  <a:schemeClr val="lt1"/>
                </a:solidFill>
                <a:latin typeface="Arial"/>
                <a:ea typeface="Arial"/>
                <a:cs typeface="Arial"/>
                <a:sym typeface="Arial"/>
              </a:defRPr>
            </a:lvl1pPr>
            <a:lvl2pPr marL="914400" lvl="1" indent="-228600" algn="l">
              <a:lnSpc>
                <a:spcPct val="110000"/>
              </a:lnSpc>
              <a:spcBef>
                <a:spcPts val="800"/>
              </a:spcBef>
              <a:spcAft>
                <a:spcPts val="0"/>
              </a:spcAft>
              <a:buClr>
                <a:schemeClr val="lt1"/>
              </a:buClr>
              <a:buSzPts val="2000"/>
              <a:buNone/>
              <a:defRPr sz="2000" b="1"/>
            </a:lvl2pPr>
            <a:lvl3pPr marL="1371600" lvl="2" indent="-228600" algn="l">
              <a:lnSpc>
                <a:spcPct val="110000"/>
              </a:lnSpc>
              <a:spcBef>
                <a:spcPts val="800"/>
              </a:spcBef>
              <a:spcAft>
                <a:spcPts val="0"/>
              </a:spcAft>
              <a:buClr>
                <a:schemeClr val="lt1"/>
              </a:buClr>
              <a:buSzPts val="1800"/>
              <a:buNone/>
              <a:defRPr sz="1800" b="1"/>
            </a:lvl3pPr>
            <a:lvl4pPr marL="1828800" lvl="3" indent="-228600" algn="l">
              <a:lnSpc>
                <a:spcPct val="110000"/>
              </a:lnSpc>
              <a:spcBef>
                <a:spcPts val="800"/>
              </a:spcBef>
              <a:spcAft>
                <a:spcPts val="0"/>
              </a:spcAft>
              <a:buClr>
                <a:schemeClr val="lt1"/>
              </a:buClr>
              <a:buSzPts val="1600"/>
              <a:buNone/>
              <a:defRPr sz="1600" b="1"/>
            </a:lvl4pPr>
            <a:lvl5pPr marL="2286000" lvl="4" indent="-228600" algn="l">
              <a:lnSpc>
                <a:spcPct val="110000"/>
              </a:lnSpc>
              <a:spcBef>
                <a:spcPts val="800"/>
              </a:spcBef>
              <a:spcAft>
                <a:spcPts val="0"/>
              </a:spcAft>
              <a:buClr>
                <a:schemeClr val="lt1"/>
              </a:buClr>
              <a:buSzPts val="1600"/>
              <a:buNone/>
              <a:defRPr sz="1600" b="1"/>
            </a:lvl5pPr>
            <a:lvl6pPr marL="2743200" lvl="5" indent="-228600" algn="l">
              <a:lnSpc>
                <a:spcPct val="90000"/>
              </a:lnSpc>
              <a:spcBef>
                <a:spcPts val="800"/>
              </a:spcBef>
              <a:spcAft>
                <a:spcPts val="0"/>
              </a:spcAft>
              <a:buClr>
                <a:schemeClr val="lt1"/>
              </a:buClr>
              <a:buSzPts val="1600"/>
              <a:buNone/>
              <a:defRPr sz="1600" b="1"/>
            </a:lvl6pPr>
            <a:lvl7pPr marL="3200400" lvl="6" indent="-228600" algn="l">
              <a:lnSpc>
                <a:spcPct val="90000"/>
              </a:lnSpc>
              <a:spcBef>
                <a:spcPts val="500"/>
              </a:spcBef>
              <a:spcAft>
                <a:spcPts val="0"/>
              </a:spcAft>
              <a:buClr>
                <a:schemeClr val="lt1"/>
              </a:buClr>
              <a:buSzPts val="1600"/>
              <a:buNone/>
              <a:defRPr sz="1600" b="1"/>
            </a:lvl7pPr>
            <a:lvl8pPr marL="3657600" lvl="7" indent="-228600" algn="l">
              <a:lnSpc>
                <a:spcPct val="90000"/>
              </a:lnSpc>
              <a:spcBef>
                <a:spcPts val="500"/>
              </a:spcBef>
              <a:spcAft>
                <a:spcPts val="0"/>
              </a:spcAft>
              <a:buClr>
                <a:schemeClr val="lt1"/>
              </a:buClr>
              <a:buSzPts val="1600"/>
              <a:buNone/>
              <a:defRPr sz="1600" b="1"/>
            </a:lvl8pPr>
            <a:lvl9pPr marL="4114800" lvl="8" indent="-228600" algn="l">
              <a:lnSpc>
                <a:spcPct val="90000"/>
              </a:lnSpc>
              <a:spcBef>
                <a:spcPts val="500"/>
              </a:spcBef>
              <a:spcAft>
                <a:spcPts val="0"/>
              </a:spcAft>
              <a:buClr>
                <a:schemeClr val="lt1"/>
              </a:buClr>
              <a:buSzPts val="1600"/>
              <a:buNone/>
              <a:defRPr sz="1600" b="1"/>
            </a:lvl9pPr>
          </a:lstStyle>
          <a:p>
            <a:endParaRPr/>
          </a:p>
        </p:txBody>
      </p:sp>
      <p:sp>
        <p:nvSpPr>
          <p:cNvPr id="65" name="Google Shape;65;p44"/>
          <p:cNvSpPr txBox="1">
            <a:spLocks noGrp="1"/>
          </p:cNvSpPr>
          <p:nvPr>
            <p:ph type="body" idx="2"/>
          </p:nvPr>
        </p:nvSpPr>
        <p:spPr>
          <a:xfrm>
            <a:off x="550863" y="2577270"/>
            <a:ext cx="5429114" cy="3515555"/>
          </a:xfrm>
          <a:prstGeom prst="rect">
            <a:avLst/>
          </a:prstGeom>
          <a:noFill/>
          <a:ln>
            <a:noFill/>
          </a:ln>
        </p:spPr>
        <p:txBody>
          <a:bodyPr spcFirstLastPara="1" wrap="square" lIns="0" tIns="0" rIns="0" bIns="0" anchor="t" anchorCtr="0">
            <a:normAutofit/>
          </a:bodyPr>
          <a:lstStyle>
            <a:lvl1pPr marL="457200" lvl="0" indent="-342900" algn="l">
              <a:lnSpc>
                <a:spcPct val="110000"/>
              </a:lnSpc>
              <a:spcBef>
                <a:spcPts val="1000"/>
              </a:spcBef>
              <a:spcAft>
                <a:spcPts val="0"/>
              </a:spcAft>
              <a:buClr>
                <a:schemeClr val="lt1"/>
              </a:buClr>
              <a:buSzPts val="1800"/>
              <a:buChar char="•"/>
              <a:defRPr/>
            </a:lvl1pPr>
            <a:lvl2pPr marL="914400" lvl="1" indent="-342900" algn="l">
              <a:lnSpc>
                <a:spcPct val="110000"/>
              </a:lnSpc>
              <a:spcBef>
                <a:spcPts val="800"/>
              </a:spcBef>
              <a:spcAft>
                <a:spcPts val="0"/>
              </a:spcAft>
              <a:buClr>
                <a:schemeClr val="lt1"/>
              </a:buClr>
              <a:buSzPts val="1800"/>
              <a:buChar char="•"/>
              <a:defRPr/>
            </a:lvl2pPr>
            <a:lvl3pPr marL="1371600" lvl="2" indent="-342900" algn="l">
              <a:lnSpc>
                <a:spcPct val="110000"/>
              </a:lnSpc>
              <a:spcBef>
                <a:spcPts val="800"/>
              </a:spcBef>
              <a:spcAft>
                <a:spcPts val="0"/>
              </a:spcAft>
              <a:buClr>
                <a:schemeClr val="lt1"/>
              </a:buClr>
              <a:buSzPts val="1800"/>
              <a:buChar char="•"/>
              <a:defRPr/>
            </a:lvl3pPr>
            <a:lvl4pPr marL="1828800" lvl="3" indent="-342900" algn="l">
              <a:lnSpc>
                <a:spcPct val="110000"/>
              </a:lnSpc>
              <a:spcBef>
                <a:spcPts val="800"/>
              </a:spcBef>
              <a:spcAft>
                <a:spcPts val="0"/>
              </a:spcAft>
              <a:buClr>
                <a:schemeClr val="lt1"/>
              </a:buClr>
              <a:buSzPts val="1800"/>
              <a:buChar char="•"/>
              <a:defRPr/>
            </a:lvl4pPr>
            <a:lvl5pPr marL="2286000" lvl="4" indent="-342900" algn="l">
              <a:lnSpc>
                <a:spcPct val="110000"/>
              </a:lnSpc>
              <a:spcBef>
                <a:spcPts val="800"/>
              </a:spcBef>
              <a:spcAft>
                <a:spcPts val="0"/>
              </a:spcAft>
              <a:buClr>
                <a:schemeClr val="lt1"/>
              </a:buClr>
              <a:buSzPts val="1800"/>
              <a:buChar char="•"/>
              <a:defRPr/>
            </a:lvl5pPr>
            <a:lvl6pPr marL="2743200" lvl="5" indent="-342900" algn="l">
              <a:lnSpc>
                <a:spcPct val="90000"/>
              </a:lnSpc>
              <a:spcBef>
                <a:spcPts val="800"/>
              </a:spcBef>
              <a:spcAft>
                <a:spcPts val="0"/>
              </a:spcAft>
              <a:buClr>
                <a:schemeClr val="lt1"/>
              </a:buClr>
              <a:buSzPts val="1800"/>
              <a:buChar char="•"/>
              <a:defRPr/>
            </a:lvl6pPr>
            <a:lvl7pPr marL="3200400" lvl="6" indent="-342900" algn="l">
              <a:lnSpc>
                <a:spcPct val="90000"/>
              </a:lnSpc>
              <a:spcBef>
                <a:spcPts val="500"/>
              </a:spcBef>
              <a:spcAft>
                <a:spcPts val="0"/>
              </a:spcAft>
              <a:buClr>
                <a:schemeClr val="lt1"/>
              </a:buClr>
              <a:buSzPts val="1800"/>
              <a:buChar char="•"/>
              <a:defRPr/>
            </a:lvl7pPr>
            <a:lvl8pPr marL="3657600" lvl="7" indent="-342900" algn="l">
              <a:lnSpc>
                <a:spcPct val="90000"/>
              </a:lnSpc>
              <a:spcBef>
                <a:spcPts val="500"/>
              </a:spcBef>
              <a:spcAft>
                <a:spcPts val="0"/>
              </a:spcAft>
              <a:buClr>
                <a:schemeClr val="lt1"/>
              </a:buClr>
              <a:buSzPts val="1800"/>
              <a:buChar char="•"/>
              <a:defRPr/>
            </a:lvl8pPr>
            <a:lvl9pPr marL="4114800" lvl="8" indent="-342900" algn="l">
              <a:lnSpc>
                <a:spcPct val="90000"/>
              </a:lnSpc>
              <a:spcBef>
                <a:spcPts val="500"/>
              </a:spcBef>
              <a:spcAft>
                <a:spcPts val="0"/>
              </a:spcAft>
              <a:buClr>
                <a:schemeClr val="lt1"/>
              </a:buClr>
              <a:buSzPts val="1800"/>
              <a:buChar char="•"/>
              <a:defRPr/>
            </a:lvl9pPr>
          </a:lstStyle>
          <a:p>
            <a:endParaRPr/>
          </a:p>
        </p:txBody>
      </p:sp>
      <p:sp>
        <p:nvSpPr>
          <p:cNvPr id="66" name="Google Shape;66;p44"/>
          <p:cNvSpPr txBox="1">
            <a:spLocks noGrp="1"/>
          </p:cNvSpPr>
          <p:nvPr>
            <p:ph type="body" idx="3"/>
          </p:nvPr>
        </p:nvSpPr>
        <p:spPr>
          <a:xfrm>
            <a:off x="6212024" y="1881275"/>
            <a:ext cx="5436392" cy="535354"/>
          </a:xfrm>
          <a:prstGeom prst="rect">
            <a:avLst/>
          </a:prstGeom>
          <a:noFill/>
          <a:ln>
            <a:noFill/>
          </a:ln>
        </p:spPr>
        <p:txBody>
          <a:bodyPr spcFirstLastPara="1" wrap="square" lIns="0" tIns="0" rIns="0" bIns="0" anchor="b" anchorCtr="0">
            <a:normAutofit/>
          </a:bodyPr>
          <a:lstStyle>
            <a:lvl1pPr marL="457200" lvl="0" indent="-317500" algn="l">
              <a:lnSpc>
                <a:spcPct val="110000"/>
              </a:lnSpc>
              <a:spcBef>
                <a:spcPts val="1000"/>
              </a:spcBef>
              <a:spcAft>
                <a:spcPts val="0"/>
              </a:spcAft>
              <a:buClr>
                <a:schemeClr val="lt1"/>
              </a:buClr>
              <a:buSzPts val="1400"/>
              <a:buChar char="•"/>
              <a:defRPr sz="1400" b="0" cap="none">
                <a:solidFill>
                  <a:schemeClr val="lt1"/>
                </a:solidFill>
              </a:defRPr>
            </a:lvl1pPr>
            <a:lvl2pPr marL="914400" lvl="1" indent="-342900" algn="l">
              <a:lnSpc>
                <a:spcPct val="110000"/>
              </a:lnSpc>
              <a:spcBef>
                <a:spcPts val="800"/>
              </a:spcBef>
              <a:spcAft>
                <a:spcPts val="0"/>
              </a:spcAft>
              <a:buClr>
                <a:schemeClr val="lt1"/>
              </a:buClr>
              <a:buSzPts val="1800"/>
              <a:buChar char="•"/>
              <a:defRPr/>
            </a:lvl2pPr>
            <a:lvl3pPr marL="1371600" lvl="2" indent="-342900" algn="l">
              <a:lnSpc>
                <a:spcPct val="110000"/>
              </a:lnSpc>
              <a:spcBef>
                <a:spcPts val="800"/>
              </a:spcBef>
              <a:spcAft>
                <a:spcPts val="0"/>
              </a:spcAft>
              <a:buClr>
                <a:schemeClr val="lt1"/>
              </a:buClr>
              <a:buSzPts val="1800"/>
              <a:buChar char="•"/>
              <a:defRPr/>
            </a:lvl3pPr>
            <a:lvl4pPr marL="1828800" lvl="3" indent="-342900" algn="l">
              <a:lnSpc>
                <a:spcPct val="110000"/>
              </a:lnSpc>
              <a:spcBef>
                <a:spcPts val="800"/>
              </a:spcBef>
              <a:spcAft>
                <a:spcPts val="0"/>
              </a:spcAft>
              <a:buClr>
                <a:schemeClr val="lt1"/>
              </a:buClr>
              <a:buSzPts val="1800"/>
              <a:buChar char="•"/>
              <a:defRPr/>
            </a:lvl4pPr>
            <a:lvl5pPr marL="2286000" lvl="4" indent="-342900" algn="l">
              <a:lnSpc>
                <a:spcPct val="110000"/>
              </a:lnSpc>
              <a:spcBef>
                <a:spcPts val="800"/>
              </a:spcBef>
              <a:spcAft>
                <a:spcPts val="0"/>
              </a:spcAft>
              <a:buClr>
                <a:schemeClr val="lt1"/>
              </a:buClr>
              <a:buSzPts val="1800"/>
              <a:buChar char="•"/>
              <a:defRPr/>
            </a:lvl5pPr>
            <a:lvl6pPr marL="2743200" lvl="5" indent="-342900" algn="l">
              <a:lnSpc>
                <a:spcPct val="90000"/>
              </a:lnSpc>
              <a:spcBef>
                <a:spcPts val="800"/>
              </a:spcBef>
              <a:spcAft>
                <a:spcPts val="0"/>
              </a:spcAft>
              <a:buClr>
                <a:schemeClr val="lt1"/>
              </a:buClr>
              <a:buSzPts val="1800"/>
              <a:buChar char="•"/>
              <a:defRPr/>
            </a:lvl6pPr>
            <a:lvl7pPr marL="3200400" lvl="6" indent="-342900" algn="l">
              <a:lnSpc>
                <a:spcPct val="90000"/>
              </a:lnSpc>
              <a:spcBef>
                <a:spcPts val="500"/>
              </a:spcBef>
              <a:spcAft>
                <a:spcPts val="0"/>
              </a:spcAft>
              <a:buClr>
                <a:schemeClr val="lt1"/>
              </a:buClr>
              <a:buSzPts val="1800"/>
              <a:buChar char="•"/>
              <a:defRPr/>
            </a:lvl7pPr>
            <a:lvl8pPr marL="3657600" lvl="7" indent="-342900" algn="l">
              <a:lnSpc>
                <a:spcPct val="90000"/>
              </a:lnSpc>
              <a:spcBef>
                <a:spcPts val="500"/>
              </a:spcBef>
              <a:spcAft>
                <a:spcPts val="0"/>
              </a:spcAft>
              <a:buClr>
                <a:schemeClr val="lt1"/>
              </a:buClr>
              <a:buSzPts val="1800"/>
              <a:buChar char="•"/>
              <a:defRPr/>
            </a:lvl8pPr>
            <a:lvl9pPr marL="4114800" lvl="8" indent="-342900" algn="l">
              <a:lnSpc>
                <a:spcPct val="90000"/>
              </a:lnSpc>
              <a:spcBef>
                <a:spcPts val="500"/>
              </a:spcBef>
              <a:spcAft>
                <a:spcPts val="0"/>
              </a:spcAft>
              <a:buClr>
                <a:schemeClr val="lt1"/>
              </a:buClr>
              <a:buSzPts val="1800"/>
              <a:buChar char="•"/>
              <a:defRPr/>
            </a:lvl9pPr>
          </a:lstStyle>
          <a:p>
            <a:endParaRPr/>
          </a:p>
        </p:txBody>
      </p:sp>
      <p:sp>
        <p:nvSpPr>
          <p:cNvPr id="67" name="Google Shape;67;p44"/>
          <p:cNvSpPr txBox="1">
            <a:spLocks noGrp="1"/>
          </p:cNvSpPr>
          <p:nvPr>
            <p:ph type="body" idx="4"/>
          </p:nvPr>
        </p:nvSpPr>
        <p:spPr>
          <a:xfrm>
            <a:off x="6212023" y="2577270"/>
            <a:ext cx="5436391" cy="3515555"/>
          </a:xfrm>
          <a:prstGeom prst="rect">
            <a:avLst/>
          </a:prstGeom>
          <a:noFill/>
          <a:ln>
            <a:noFill/>
          </a:ln>
        </p:spPr>
        <p:txBody>
          <a:bodyPr spcFirstLastPara="1" wrap="square" lIns="0" tIns="0" rIns="0" bIns="0" anchor="t" anchorCtr="0">
            <a:normAutofit/>
          </a:bodyPr>
          <a:lstStyle>
            <a:lvl1pPr marL="457200" lvl="0" indent="-342900" algn="l">
              <a:lnSpc>
                <a:spcPct val="110000"/>
              </a:lnSpc>
              <a:spcBef>
                <a:spcPts val="1000"/>
              </a:spcBef>
              <a:spcAft>
                <a:spcPts val="0"/>
              </a:spcAft>
              <a:buClr>
                <a:schemeClr val="lt1"/>
              </a:buClr>
              <a:buSzPts val="1800"/>
              <a:buChar char="•"/>
              <a:defRPr/>
            </a:lvl1pPr>
            <a:lvl2pPr marL="914400" lvl="1" indent="-342900" algn="l">
              <a:lnSpc>
                <a:spcPct val="110000"/>
              </a:lnSpc>
              <a:spcBef>
                <a:spcPts val="800"/>
              </a:spcBef>
              <a:spcAft>
                <a:spcPts val="0"/>
              </a:spcAft>
              <a:buClr>
                <a:schemeClr val="lt1"/>
              </a:buClr>
              <a:buSzPts val="1800"/>
              <a:buChar char="•"/>
              <a:defRPr/>
            </a:lvl2pPr>
            <a:lvl3pPr marL="1371600" lvl="2" indent="-342900" algn="l">
              <a:lnSpc>
                <a:spcPct val="110000"/>
              </a:lnSpc>
              <a:spcBef>
                <a:spcPts val="800"/>
              </a:spcBef>
              <a:spcAft>
                <a:spcPts val="0"/>
              </a:spcAft>
              <a:buClr>
                <a:schemeClr val="lt1"/>
              </a:buClr>
              <a:buSzPts val="1800"/>
              <a:buChar char="•"/>
              <a:defRPr/>
            </a:lvl3pPr>
            <a:lvl4pPr marL="1828800" lvl="3" indent="-342900" algn="l">
              <a:lnSpc>
                <a:spcPct val="110000"/>
              </a:lnSpc>
              <a:spcBef>
                <a:spcPts val="800"/>
              </a:spcBef>
              <a:spcAft>
                <a:spcPts val="0"/>
              </a:spcAft>
              <a:buClr>
                <a:schemeClr val="lt1"/>
              </a:buClr>
              <a:buSzPts val="1800"/>
              <a:buChar char="•"/>
              <a:defRPr/>
            </a:lvl4pPr>
            <a:lvl5pPr marL="2286000" lvl="4" indent="-342900" algn="l">
              <a:lnSpc>
                <a:spcPct val="110000"/>
              </a:lnSpc>
              <a:spcBef>
                <a:spcPts val="800"/>
              </a:spcBef>
              <a:spcAft>
                <a:spcPts val="0"/>
              </a:spcAft>
              <a:buClr>
                <a:schemeClr val="lt1"/>
              </a:buClr>
              <a:buSzPts val="1800"/>
              <a:buChar char="•"/>
              <a:defRPr/>
            </a:lvl5pPr>
            <a:lvl6pPr marL="2743200" lvl="5" indent="-342900" algn="l">
              <a:lnSpc>
                <a:spcPct val="90000"/>
              </a:lnSpc>
              <a:spcBef>
                <a:spcPts val="800"/>
              </a:spcBef>
              <a:spcAft>
                <a:spcPts val="0"/>
              </a:spcAft>
              <a:buClr>
                <a:schemeClr val="lt1"/>
              </a:buClr>
              <a:buSzPts val="1800"/>
              <a:buChar char="•"/>
              <a:defRPr/>
            </a:lvl6pPr>
            <a:lvl7pPr marL="3200400" lvl="6" indent="-342900" algn="l">
              <a:lnSpc>
                <a:spcPct val="90000"/>
              </a:lnSpc>
              <a:spcBef>
                <a:spcPts val="500"/>
              </a:spcBef>
              <a:spcAft>
                <a:spcPts val="0"/>
              </a:spcAft>
              <a:buClr>
                <a:schemeClr val="lt1"/>
              </a:buClr>
              <a:buSzPts val="1800"/>
              <a:buChar char="•"/>
              <a:defRPr/>
            </a:lvl7pPr>
            <a:lvl8pPr marL="3657600" lvl="7" indent="-342900" algn="l">
              <a:lnSpc>
                <a:spcPct val="90000"/>
              </a:lnSpc>
              <a:spcBef>
                <a:spcPts val="500"/>
              </a:spcBef>
              <a:spcAft>
                <a:spcPts val="0"/>
              </a:spcAft>
              <a:buClr>
                <a:schemeClr val="lt1"/>
              </a:buClr>
              <a:buSzPts val="1800"/>
              <a:buChar char="•"/>
              <a:defRPr/>
            </a:lvl8pPr>
            <a:lvl9pPr marL="4114800" lvl="8" indent="-342900" algn="l">
              <a:lnSpc>
                <a:spcPct val="90000"/>
              </a:lnSpc>
              <a:spcBef>
                <a:spcPts val="500"/>
              </a:spcBef>
              <a:spcAft>
                <a:spcPts val="0"/>
              </a:spcAft>
              <a:buClr>
                <a:schemeClr val="lt1"/>
              </a:buClr>
              <a:buSzPts val="1800"/>
              <a:buChar char="•"/>
              <a:defRPr/>
            </a:lvl9pPr>
          </a:lstStyle>
          <a:p>
            <a:endParaRPr/>
          </a:p>
        </p:txBody>
      </p:sp>
      <p:sp>
        <p:nvSpPr>
          <p:cNvPr id="68" name="Google Shape;68;p44"/>
          <p:cNvSpPr txBox="1">
            <a:spLocks noGrp="1"/>
          </p:cNvSpPr>
          <p:nvPr>
            <p:ph type="dt" idx="10"/>
          </p:nvPr>
        </p:nvSpPr>
        <p:spPr>
          <a:xfrm>
            <a:off x="550863" y="6507212"/>
            <a:ext cx="2628900" cy="153888"/>
          </a:xfrm>
          <a:prstGeom prst="rect">
            <a:avLst/>
          </a:prstGeom>
          <a:noFill/>
          <a:ln>
            <a:noFill/>
          </a:ln>
        </p:spPr>
        <p:txBody>
          <a:bodyPr spcFirstLastPara="1" wrap="square" lIns="0" tIns="0" rIns="0" bIns="0" anchor="ctr" anchorCtr="0">
            <a:spAutoFit/>
          </a:bodyPr>
          <a:lstStyle>
            <a:lvl1pPr lvl="0" algn="l">
              <a:spcBef>
                <a:spcPts val="0"/>
              </a:spcBef>
              <a:spcAft>
                <a:spcPts val="0"/>
              </a:spcAft>
              <a:buSzPts val="1400"/>
              <a:buNone/>
              <a:defRPr/>
            </a:lvl1pPr>
            <a:lvl2pPr lvl="1" algn="l">
              <a:spcBef>
                <a:spcPts val="0"/>
              </a:spcBef>
              <a:spcAft>
                <a:spcPts val="0"/>
              </a:spcAft>
              <a:buSzPts val="1400"/>
              <a:buNone/>
              <a:defRPr/>
            </a:lvl2pPr>
            <a:lvl3pPr lvl="2" algn="l">
              <a:spcBef>
                <a:spcPts val="0"/>
              </a:spcBef>
              <a:spcAft>
                <a:spcPts val="0"/>
              </a:spcAft>
              <a:buSzPts val="1400"/>
              <a:buNone/>
              <a:defRPr/>
            </a:lvl3pPr>
            <a:lvl4pPr lvl="3" algn="l">
              <a:spcBef>
                <a:spcPts val="0"/>
              </a:spcBef>
              <a:spcAft>
                <a:spcPts val="0"/>
              </a:spcAft>
              <a:buSzPts val="1400"/>
              <a:buNone/>
              <a:defRPr/>
            </a:lvl4pPr>
            <a:lvl5pPr lvl="4" algn="l">
              <a:spcBef>
                <a:spcPts val="0"/>
              </a:spcBef>
              <a:spcAft>
                <a:spcPts val="0"/>
              </a:spcAft>
              <a:buSzPts val="1400"/>
              <a:buNone/>
              <a:defRPr/>
            </a:lvl5pPr>
            <a:lvl6pPr lvl="5" algn="l">
              <a:spcBef>
                <a:spcPts val="0"/>
              </a:spcBef>
              <a:spcAft>
                <a:spcPts val="0"/>
              </a:spcAft>
              <a:buSzPts val="1400"/>
              <a:buNone/>
              <a:defRPr/>
            </a:lvl6pPr>
            <a:lvl7pPr lvl="6" algn="l">
              <a:spcBef>
                <a:spcPts val="0"/>
              </a:spcBef>
              <a:spcAft>
                <a:spcPts val="0"/>
              </a:spcAft>
              <a:buSzPts val="1400"/>
              <a:buNone/>
              <a:defRPr/>
            </a:lvl7pPr>
            <a:lvl8pPr lvl="7" algn="l">
              <a:spcBef>
                <a:spcPts val="0"/>
              </a:spcBef>
              <a:spcAft>
                <a:spcPts val="0"/>
              </a:spcAft>
              <a:buSzPts val="1400"/>
              <a:buNone/>
              <a:defRPr/>
            </a:lvl8pPr>
            <a:lvl9pPr lvl="8" algn="l">
              <a:spcBef>
                <a:spcPts val="0"/>
              </a:spcBef>
              <a:spcAft>
                <a:spcPts val="0"/>
              </a:spcAft>
              <a:buSzPts val="1400"/>
              <a:buNone/>
              <a:defRPr/>
            </a:lvl9pPr>
          </a:lstStyle>
          <a:p>
            <a:endParaRPr/>
          </a:p>
        </p:txBody>
      </p:sp>
      <p:sp>
        <p:nvSpPr>
          <p:cNvPr id="69" name="Google Shape;69;p44"/>
          <p:cNvSpPr txBox="1">
            <a:spLocks noGrp="1"/>
          </p:cNvSpPr>
          <p:nvPr>
            <p:ph type="ftr" idx="11"/>
          </p:nvPr>
        </p:nvSpPr>
        <p:spPr>
          <a:xfrm>
            <a:off x="3359150" y="6507212"/>
            <a:ext cx="6379210" cy="153888"/>
          </a:xfrm>
          <a:prstGeom prst="rect">
            <a:avLst/>
          </a:prstGeom>
          <a:noFill/>
          <a:ln>
            <a:noFill/>
          </a:ln>
        </p:spPr>
        <p:txBody>
          <a:bodyPr spcFirstLastPara="1" wrap="square" lIns="0" tIns="0" rIns="0" bIns="0" anchor="ctr" anchorCtr="0">
            <a:spAutoFit/>
          </a:bodyPr>
          <a:lstStyle>
            <a:lvl1pPr lvl="0" algn="l">
              <a:spcBef>
                <a:spcPts val="0"/>
              </a:spcBef>
              <a:spcAft>
                <a:spcPts val="0"/>
              </a:spcAft>
              <a:buSzPts val="1400"/>
              <a:buNone/>
              <a:defRPr/>
            </a:lvl1pPr>
            <a:lvl2pPr lvl="1" algn="l">
              <a:spcBef>
                <a:spcPts val="0"/>
              </a:spcBef>
              <a:spcAft>
                <a:spcPts val="0"/>
              </a:spcAft>
              <a:buSzPts val="1400"/>
              <a:buNone/>
              <a:defRPr/>
            </a:lvl2pPr>
            <a:lvl3pPr lvl="2" algn="l">
              <a:spcBef>
                <a:spcPts val="0"/>
              </a:spcBef>
              <a:spcAft>
                <a:spcPts val="0"/>
              </a:spcAft>
              <a:buSzPts val="1400"/>
              <a:buNone/>
              <a:defRPr/>
            </a:lvl3pPr>
            <a:lvl4pPr lvl="3" algn="l">
              <a:spcBef>
                <a:spcPts val="0"/>
              </a:spcBef>
              <a:spcAft>
                <a:spcPts val="0"/>
              </a:spcAft>
              <a:buSzPts val="1400"/>
              <a:buNone/>
              <a:defRPr/>
            </a:lvl4pPr>
            <a:lvl5pPr lvl="4" algn="l">
              <a:spcBef>
                <a:spcPts val="0"/>
              </a:spcBef>
              <a:spcAft>
                <a:spcPts val="0"/>
              </a:spcAft>
              <a:buSzPts val="1400"/>
              <a:buNone/>
              <a:defRPr/>
            </a:lvl5pPr>
            <a:lvl6pPr lvl="5" algn="l">
              <a:spcBef>
                <a:spcPts val="0"/>
              </a:spcBef>
              <a:spcAft>
                <a:spcPts val="0"/>
              </a:spcAft>
              <a:buSzPts val="1400"/>
              <a:buNone/>
              <a:defRPr/>
            </a:lvl6pPr>
            <a:lvl7pPr lvl="6" algn="l">
              <a:spcBef>
                <a:spcPts val="0"/>
              </a:spcBef>
              <a:spcAft>
                <a:spcPts val="0"/>
              </a:spcAft>
              <a:buSzPts val="1400"/>
              <a:buNone/>
              <a:defRPr/>
            </a:lvl7pPr>
            <a:lvl8pPr lvl="7" algn="l">
              <a:spcBef>
                <a:spcPts val="0"/>
              </a:spcBef>
              <a:spcAft>
                <a:spcPts val="0"/>
              </a:spcAft>
              <a:buSzPts val="1400"/>
              <a:buNone/>
              <a:defRPr/>
            </a:lvl8pPr>
            <a:lvl9pPr lvl="8" algn="l">
              <a:spcBef>
                <a:spcPts val="0"/>
              </a:spcBef>
              <a:spcAft>
                <a:spcPts val="0"/>
              </a:spcAft>
              <a:buSzPts val="1400"/>
              <a:buNone/>
              <a:defRPr/>
            </a:lvl9pPr>
          </a:lstStyle>
          <a:p>
            <a:endParaRPr/>
          </a:p>
        </p:txBody>
      </p:sp>
      <p:sp>
        <p:nvSpPr>
          <p:cNvPr id="70" name="Google Shape;70;p44"/>
          <p:cNvSpPr txBox="1">
            <a:spLocks noGrp="1"/>
          </p:cNvSpPr>
          <p:nvPr>
            <p:ph type="sldNum" idx="12"/>
          </p:nvPr>
        </p:nvSpPr>
        <p:spPr>
          <a:xfrm>
            <a:off x="9948863" y="6507212"/>
            <a:ext cx="1692274" cy="153888"/>
          </a:xfrm>
          <a:prstGeom prst="rect">
            <a:avLst/>
          </a:prstGeom>
          <a:noFill/>
          <a:ln>
            <a:noFill/>
          </a:ln>
        </p:spPr>
        <p:txBody>
          <a:bodyPr spcFirstLastPara="1" wrap="square" lIns="0" tIns="0" rIns="0" bIns="0" anchor="ctr" anchorCtr="0">
            <a:spAutoFit/>
          </a:bodyPr>
          <a:lstStyle>
            <a:lvl1pPr marL="0" lvl="0" indent="0" algn="r">
              <a:spcBef>
                <a:spcPts val="0"/>
              </a:spcBef>
              <a:buNone/>
              <a:defRPr/>
            </a:lvl1pPr>
            <a:lvl2pPr marL="0" lvl="1" indent="0" algn="r">
              <a:spcBef>
                <a:spcPts val="0"/>
              </a:spcBef>
              <a:buNone/>
              <a:defRPr/>
            </a:lvl2pPr>
            <a:lvl3pPr marL="0" lvl="2" indent="0" algn="r">
              <a:spcBef>
                <a:spcPts val="0"/>
              </a:spcBef>
              <a:buNone/>
              <a:defRPr/>
            </a:lvl3pPr>
            <a:lvl4pPr marL="0" lvl="3" indent="0" algn="r">
              <a:spcBef>
                <a:spcPts val="0"/>
              </a:spcBef>
              <a:buNone/>
              <a:defRPr/>
            </a:lvl4pPr>
            <a:lvl5pPr marL="0" lvl="4" indent="0" algn="r">
              <a:spcBef>
                <a:spcPts val="0"/>
              </a:spcBef>
              <a:buNone/>
              <a:defRPr/>
            </a:lvl5pPr>
            <a:lvl6pPr marL="0" lvl="5" indent="0" algn="r">
              <a:spcBef>
                <a:spcPts val="0"/>
              </a:spcBef>
              <a:buNone/>
              <a:defRPr/>
            </a:lvl6pPr>
            <a:lvl7pPr marL="0" lvl="6" indent="0" algn="r">
              <a:spcBef>
                <a:spcPts val="0"/>
              </a:spcBef>
              <a:buNone/>
              <a:defRPr/>
            </a:lvl7pPr>
            <a:lvl8pPr marL="0" lvl="7" indent="0" algn="r">
              <a:spcBef>
                <a:spcPts val="0"/>
              </a:spcBef>
              <a:buNone/>
              <a:defRPr/>
            </a:lvl8pPr>
            <a:lvl9pPr marL="0" lvl="8" indent="0" algn="r">
              <a:spcBef>
                <a:spcPts val="0"/>
              </a:spcBef>
              <a:buNone/>
              <a:defRPr/>
            </a:lvl9pPr>
          </a:lstStyle>
          <a:p>
            <a:pPr marL="0" lvl="0" indent="0" algn="r" rtl="0">
              <a:spcBef>
                <a:spcPts val="0"/>
              </a:spcBef>
              <a:spcAft>
                <a:spcPts val="0"/>
              </a:spcAft>
              <a:buNone/>
            </a:pPr>
            <a:fld id="{00000000-1234-1234-1234-123412341234}" type="slidenum">
              <a:rPr lang="en-US"/>
              <a:t>‹#›</a:t>
            </a:fld>
            <a:endParaRPr/>
          </a:p>
        </p:txBody>
      </p:sp>
    </p:spTree>
  </p:cSld>
  <p:clrMapOvr>
    <a:masterClrMapping/>
  </p:clrMapOvr>
</p:sldLayout>
</file>

<file path=ppt/slideLayouts/slideLayout6.xml><?xml version="1.0" encoding="utf-8"?>
<p:sldLayout xmlns:a="http://schemas.openxmlformats.org/drawingml/2006/main" xmlns:r="http://schemas.openxmlformats.org/officeDocument/2006/relationships" xmlns:p="http://schemas.openxmlformats.org/presentationml/2006/main" matchingName="Title Only" type="titleOnly">
  <p:cSld name="TITLE_ONLY">
    <p:spTree>
      <p:nvGrpSpPr>
        <p:cNvPr id="1" name="Shape 71"/>
        <p:cNvGrpSpPr/>
        <p:nvPr/>
      </p:nvGrpSpPr>
      <p:grpSpPr>
        <a:xfrm>
          <a:off x="0" y="0"/>
          <a:ext cx="0" cy="0"/>
          <a:chOff x="0" y="0"/>
          <a:chExt cx="0" cy="0"/>
        </a:xfrm>
      </p:grpSpPr>
      <p:sp>
        <p:nvSpPr>
          <p:cNvPr id="72" name="Google Shape;72;p45"/>
          <p:cNvSpPr txBox="1">
            <a:spLocks noGrp="1"/>
          </p:cNvSpPr>
          <p:nvPr>
            <p:ph type="title"/>
          </p:nvPr>
        </p:nvSpPr>
        <p:spPr>
          <a:xfrm>
            <a:off x="3359149" y="550799"/>
            <a:ext cx="8283313" cy="5542025"/>
          </a:xfrm>
          <a:prstGeom prst="rect">
            <a:avLst/>
          </a:prstGeom>
          <a:noFill/>
          <a:ln>
            <a:noFill/>
          </a:ln>
        </p:spPr>
        <p:txBody>
          <a:bodyPr spcFirstLastPara="1" wrap="square" lIns="0" tIns="0" rIns="0" bIns="0" anchor="ctr" anchorCtr="0">
            <a:normAutofit/>
          </a:bodyPr>
          <a:lstStyle>
            <a:lvl1pPr lvl="0" algn="l">
              <a:lnSpc>
                <a:spcPct val="100000"/>
              </a:lnSpc>
              <a:spcBef>
                <a:spcPts val="0"/>
              </a:spcBef>
              <a:spcAft>
                <a:spcPts val="0"/>
              </a:spcAft>
              <a:buClr>
                <a:schemeClr val="lt1"/>
              </a:buClr>
              <a:buSzPts val="4800"/>
              <a:buFont typeface="Arial"/>
              <a:buNone/>
              <a:defRPr/>
            </a:lvl1pPr>
            <a:lvl2pPr lvl="1">
              <a:spcBef>
                <a:spcPts val="0"/>
              </a:spcBef>
              <a:spcAft>
                <a:spcPts val="0"/>
              </a:spcAft>
              <a:buSzPts val="1400"/>
              <a:buNone/>
              <a:defRPr/>
            </a:lvl2pPr>
            <a:lvl3pPr lvl="2">
              <a:spcBef>
                <a:spcPts val="0"/>
              </a:spcBef>
              <a:spcAft>
                <a:spcPts val="0"/>
              </a:spcAft>
              <a:buSzPts val="1400"/>
              <a:buNone/>
              <a:defRPr/>
            </a:lvl3pPr>
            <a:lvl4pPr lvl="3">
              <a:spcBef>
                <a:spcPts val="0"/>
              </a:spcBef>
              <a:spcAft>
                <a:spcPts val="0"/>
              </a:spcAft>
              <a:buSzPts val="1400"/>
              <a:buNone/>
              <a:defRPr/>
            </a:lvl4pPr>
            <a:lvl5pPr lvl="4">
              <a:spcBef>
                <a:spcPts val="0"/>
              </a:spcBef>
              <a:spcAft>
                <a:spcPts val="0"/>
              </a:spcAft>
              <a:buSzPts val="1400"/>
              <a:buNone/>
              <a:defRPr/>
            </a:lvl5pPr>
            <a:lvl6pPr lvl="5">
              <a:spcBef>
                <a:spcPts val="0"/>
              </a:spcBef>
              <a:spcAft>
                <a:spcPts val="0"/>
              </a:spcAft>
              <a:buSzPts val="1400"/>
              <a:buNone/>
              <a:defRPr/>
            </a:lvl6pPr>
            <a:lvl7pPr lvl="6">
              <a:spcBef>
                <a:spcPts val="0"/>
              </a:spcBef>
              <a:spcAft>
                <a:spcPts val="0"/>
              </a:spcAft>
              <a:buSzPts val="1400"/>
              <a:buNone/>
              <a:defRPr/>
            </a:lvl7pPr>
            <a:lvl8pPr lvl="7">
              <a:spcBef>
                <a:spcPts val="0"/>
              </a:spcBef>
              <a:spcAft>
                <a:spcPts val="0"/>
              </a:spcAft>
              <a:buSzPts val="1400"/>
              <a:buNone/>
              <a:defRPr/>
            </a:lvl8pPr>
            <a:lvl9pPr lvl="8">
              <a:spcBef>
                <a:spcPts val="0"/>
              </a:spcBef>
              <a:spcAft>
                <a:spcPts val="0"/>
              </a:spcAft>
              <a:buSzPts val="1400"/>
              <a:buNone/>
              <a:defRPr/>
            </a:lvl9pPr>
          </a:lstStyle>
          <a:p>
            <a:endParaRPr/>
          </a:p>
        </p:txBody>
      </p:sp>
      <p:sp>
        <p:nvSpPr>
          <p:cNvPr id="73" name="Google Shape;73;p45"/>
          <p:cNvSpPr txBox="1">
            <a:spLocks noGrp="1"/>
          </p:cNvSpPr>
          <p:nvPr>
            <p:ph type="dt" idx="10"/>
          </p:nvPr>
        </p:nvSpPr>
        <p:spPr>
          <a:xfrm>
            <a:off x="550863" y="6507212"/>
            <a:ext cx="2628900" cy="153888"/>
          </a:xfrm>
          <a:prstGeom prst="rect">
            <a:avLst/>
          </a:prstGeom>
          <a:noFill/>
          <a:ln>
            <a:noFill/>
          </a:ln>
        </p:spPr>
        <p:txBody>
          <a:bodyPr spcFirstLastPara="1" wrap="square" lIns="0" tIns="0" rIns="0" bIns="0" anchor="ctr" anchorCtr="0">
            <a:spAutoFit/>
          </a:bodyPr>
          <a:lstStyle>
            <a:lvl1pPr lvl="0" algn="l">
              <a:spcBef>
                <a:spcPts val="0"/>
              </a:spcBef>
              <a:spcAft>
                <a:spcPts val="0"/>
              </a:spcAft>
              <a:buSzPts val="1400"/>
              <a:buNone/>
              <a:defRPr/>
            </a:lvl1pPr>
            <a:lvl2pPr lvl="1" algn="l">
              <a:spcBef>
                <a:spcPts val="0"/>
              </a:spcBef>
              <a:spcAft>
                <a:spcPts val="0"/>
              </a:spcAft>
              <a:buSzPts val="1400"/>
              <a:buNone/>
              <a:defRPr/>
            </a:lvl2pPr>
            <a:lvl3pPr lvl="2" algn="l">
              <a:spcBef>
                <a:spcPts val="0"/>
              </a:spcBef>
              <a:spcAft>
                <a:spcPts val="0"/>
              </a:spcAft>
              <a:buSzPts val="1400"/>
              <a:buNone/>
              <a:defRPr/>
            </a:lvl3pPr>
            <a:lvl4pPr lvl="3" algn="l">
              <a:spcBef>
                <a:spcPts val="0"/>
              </a:spcBef>
              <a:spcAft>
                <a:spcPts val="0"/>
              </a:spcAft>
              <a:buSzPts val="1400"/>
              <a:buNone/>
              <a:defRPr/>
            </a:lvl4pPr>
            <a:lvl5pPr lvl="4" algn="l">
              <a:spcBef>
                <a:spcPts val="0"/>
              </a:spcBef>
              <a:spcAft>
                <a:spcPts val="0"/>
              </a:spcAft>
              <a:buSzPts val="1400"/>
              <a:buNone/>
              <a:defRPr/>
            </a:lvl5pPr>
            <a:lvl6pPr lvl="5" algn="l">
              <a:spcBef>
                <a:spcPts val="0"/>
              </a:spcBef>
              <a:spcAft>
                <a:spcPts val="0"/>
              </a:spcAft>
              <a:buSzPts val="1400"/>
              <a:buNone/>
              <a:defRPr/>
            </a:lvl6pPr>
            <a:lvl7pPr lvl="6" algn="l">
              <a:spcBef>
                <a:spcPts val="0"/>
              </a:spcBef>
              <a:spcAft>
                <a:spcPts val="0"/>
              </a:spcAft>
              <a:buSzPts val="1400"/>
              <a:buNone/>
              <a:defRPr/>
            </a:lvl7pPr>
            <a:lvl8pPr lvl="7" algn="l">
              <a:spcBef>
                <a:spcPts val="0"/>
              </a:spcBef>
              <a:spcAft>
                <a:spcPts val="0"/>
              </a:spcAft>
              <a:buSzPts val="1400"/>
              <a:buNone/>
              <a:defRPr/>
            </a:lvl8pPr>
            <a:lvl9pPr lvl="8" algn="l">
              <a:spcBef>
                <a:spcPts val="0"/>
              </a:spcBef>
              <a:spcAft>
                <a:spcPts val="0"/>
              </a:spcAft>
              <a:buSzPts val="1400"/>
              <a:buNone/>
              <a:defRPr/>
            </a:lvl9pPr>
          </a:lstStyle>
          <a:p>
            <a:endParaRPr/>
          </a:p>
        </p:txBody>
      </p:sp>
      <p:sp>
        <p:nvSpPr>
          <p:cNvPr id="74" name="Google Shape;74;p45"/>
          <p:cNvSpPr txBox="1">
            <a:spLocks noGrp="1"/>
          </p:cNvSpPr>
          <p:nvPr>
            <p:ph type="ftr" idx="11"/>
          </p:nvPr>
        </p:nvSpPr>
        <p:spPr>
          <a:xfrm>
            <a:off x="3359150" y="6507212"/>
            <a:ext cx="6379210" cy="153888"/>
          </a:xfrm>
          <a:prstGeom prst="rect">
            <a:avLst/>
          </a:prstGeom>
          <a:noFill/>
          <a:ln>
            <a:noFill/>
          </a:ln>
        </p:spPr>
        <p:txBody>
          <a:bodyPr spcFirstLastPara="1" wrap="square" lIns="0" tIns="0" rIns="0" bIns="0" anchor="ctr" anchorCtr="0">
            <a:spAutoFit/>
          </a:bodyPr>
          <a:lstStyle>
            <a:lvl1pPr lvl="0" algn="l">
              <a:spcBef>
                <a:spcPts val="0"/>
              </a:spcBef>
              <a:spcAft>
                <a:spcPts val="0"/>
              </a:spcAft>
              <a:buSzPts val="1400"/>
              <a:buNone/>
              <a:defRPr/>
            </a:lvl1pPr>
            <a:lvl2pPr lvl="1" algn="l">
              <a:spcBef>
                <a:spcPts val="0"/>
              </a:spcBef>
              <a:spcAft>
                <a:spcPts val="0"/>
              </a:spcAft>
              <a:buSzPts val="1400"/>
              <a:buNone/>
              <a:defRPr/>
            </a:lvl2pPr>
            <a:lvl3pPr lvl="2" algn="l">
              <a:spcBef>
                <a:spcPts val="0"/>
              </a:spcBef>
              <a:spcAft>
                <a:spcPts val="0"/>
              </a:spcAft>
              <a:buSzPts val="1400"/>
              <a:buNone/>
              <a:defRPr/>
            </a:lvl3pPr>
            <a:lvl4pPr lvl="3" algn="l">
              <a:spcBef>
                <a:spcPts val="0"/>
              </a:spcBef>
              <a:spcAft>
                <a:spcPts val="0"/>
              </a:spcAft>
              <a:buSzPts val="1400"/>
              <a:buNone/>
              <a:defRPr/>
            </a:lvl4pPr>
            <a:lvl5pPr lvl="4" algn="l">
              <a:spcBef>
                <a:spcPts val="0"/>
              </a:spcBef>
              <a:spcAft>
                <a:spcPts val="0"/>
              </a:spcAft>
              <a:buSzPts val="1400"/>
              <a:buNone/>
              <a:defRPr/>
            </a:lvl5pPr>
            <a:lvl6pPr lvl="5" algn="l">
              <a:spcBef>
                <a:spcPts val="0"/>
              </a:spcBef>
              <a:spcAft>
                <a:spcPts val="0"/>
              </a:spcAft>
              <a:buSzPts val="1400"/>
              <a:buNone/>
              <a:defRPr/>
            </a:lvl6pPr>
            <a:lvl7pPr lvl="6" algn="l">
              <a:spcBef>
                <a:spcPts val="0"/>
              </a:spcBef>
              <a:spcAft>
                <a:spcPts val="0"/>
              </a:spcAft>
              <a:buSzPts val="1400"/>
              <a:buNone/>
              <a:defRPr/>
            </a:lvl7pPr>
            <a:lvl8pPr lvl="7" algn="l">
              <a:spcBef>
                <a:spcPts val="0"/>
              </a:spcBef>
              <a:spcAft>
                <a:spcPts val="0"/>
              </a:spcAft>
              <a:buSzPts val="1400"/>
              <a:buNone/>
              <a:defRPr/>
            </a:lvl8pPr>
            <a:lvl9pPr lvl="8" algn="l">
              <a:spcBef>
                <a:spcPts val="0"/>
              </a:spcBef>
              <a:spcAft>
                <a:spcPts val="0"/>
              </a:spcAft>
              <a:buSzPts val="1400"/>
              <a:buNone/>
              <a:defRPr/>
            </a:lvl9pPr>
          </a:lstStyle>
          <a:p>
            <a:endParaRPr/>
          </a:p>
        </p:txBody>
      </p:sp>
      <p:sp>
        <p:nvSpPr>
          <p:cNvPr id="75" name="Google Shape;75;p45"/>
          <p:cNvSpPr txBox="1">
            <a:spLocks noGrp="1"/>
          </p:cNvSpPr>
          <p:nvPr>
            <p:ph type="sldNum" idx="12"/>
          </p:nvPr>
        </p:nvSpPr>
        <p:spPr>
          <a:xfrm>
            <a:off x="9948863" y="6507212"/>
            <a:ext cx="1692274" cy="153888"/>
          </a:xfrm>
          <a:prstGeom prst="rect">
            <a:avLst/>
          </a:prstGeom>
          <a:noFill/>
          <a:ln>
            <a:noFill/>
          </a:ln>
        </p:spPr>
        <p:txBody>
          <a:bodyPr spcFirstLastPara="1" wrap="square" lIns="0" tIns="0" rIns="0" bIns="0" anchor="ctr" anchorCtr="0">
            <a:spAutoFit/>
          </a:bodyPr>
          <a:lstStyle>
            <a:lvl1pPr marL="0" lvl="0" indent="0" algn="r">
              <a:spcBef>
                <a:spcPts val="0"/>
              </a:spcBef>
              <a:buNone/>
              <a:defRPr/>
            </a:lvl1pPr>
            <a:lvl2pPr marL="0" lvl="1" indent="0" algn="r">
              <a:spcBef>
                <a:spcPts val="0"/>
              </a:spcBef>
              <a:buNone/>
              <a:defRPr/>
            </a:lvl2pPr>
            <a:lvl3pPr marL="0" lvl="2" indent="0" algn="r">
              <a:spcBef>
                <a:spcPts val="0"/>
              </a:spcBef>
              <a:buNone/>
              <a:defRPr/>
            </a:lvl3pPr>
            <a:lvl4pPr marL="0" lvl="3" indent="0" algn="r">
              <a:spcBef>
                <a:spcPts val="0"/>
              </a:spcBef>
              <a:buNone/>
              <a:defRPr/>
            </a:lvl4pPr>
            <a:lvl5pPr marL="0" lvl="4" indent="0" algn="r">
              <a:spcBef>
                <a:spcPts val="0"/>
              </a:spcBef>
              <a:buNone/>
              <a:defRPr/>
            </a:lvl5pPr>
            <a:lvl6pPr marL="0" lvl="5" indent="0" algn="r">
              <a:spcBef>
                <a:spcPts val="0"/>
              </a:spcBef>
              <a:buNone/>
              <a:defRPr/>
            </a:lvl6pPr>
            <a:lvl7pPr marL="0" lvl="6" indent="0" algn="r">
              <a:spcBef>
                <a:spcPts val="0"/>
              </a:spcBef>
              <a:buNone/>
              <a:defRPr/>
            </a:lvl7pPr>
            <a:lvl8pPr marL="0" lvl="7" indent="0" algn="r">
              <a:spcBef>
                <a:spcPts val="0"/>
              </a:spcBef>
              <a:buNone/>
              <a:defRPr/>
            </a:lvl8pPr>
            <a:lvl9pPr marL="0" lvl="8" indent="0" algn="r">
              <a:spcBef>
                <a:spcPts val="0"/>
              </a:spcBef>
              <a:buNone/>
              <a:defRPr/>
            </a:lvl9pPr>
          </a:lstStyle>
          <a:p>
            <a:pPr marL="0" lvl="0" indent="0" algn="r" rtl="0">
              <a:spcBef>
                <a:spcPts val="0"/>
              </a:spcBef>
              <a:spcAft>
                <a:spcPts val="0"/>
              </a:spcAft>
              <a:buNone/>
            </a:pPr>
            <a:fld id="{00000000-1234-1234-1234-123412341234}" type="slidenum">
              <a:rPr lang="en-US"/>
              <a:t>‹#›</a:t>
            </a:fld>
            <a:endParaRPr/>
          </a:p>
        </p:txBody>
      </p:sp>
      <p:sp>
        <p:nvSpPr>
          <p:cNvPr id="76" name="Google Shape;76;p45"/>
          <p:cNvSpPr/>
          <p:nvPr/>
        </p:nvSpPr>
        <p:spPr>
          <a:xfrm rot="8100000" flipH="1">
            <a:off x="-410727" y="3958416"/>
            <a:ext cx="3536330" cy="1853969"/>
          </a:xfrm>
          <a:custGeom>
            <a:avLst/>
            <a:gdLst/>
            <a:ahLst/>
            <a:cxnLst/>
            <a:rect l="l" t="t" r="r" b="b"/>
            <a:pathLst>
              <a:path w="3536330" h="1853969" extrusionOk="0">
                <a:moveTo>
                  <a:pt x="3536330" y="1853969"/>
                </a:moveTo>
                <a:cubicBezTo>
                  <a:pt x="3536330" y="830051"/>
                  <a:pt x="2706280" y="0"/>
                  <a:pt x="1682362" y="0"/>
                </a:cubicBezTo>
                <a:cubicBezTo>
                  <a:pt x="978418" y="0"/>
                  <a:pt x="366107" y="392328"/>
                  <a:pt x="52157" y="970257"/>
                </a:cubicBezTo>
                <a:lnTo>
                  <a:pt x="0" y="1078528"/>
                </a:lnTo>
                <a:lnTo>
                  <a:pt x="757215" y="1835743"/>
                </a:lnTo>
                <a:lnTo>
                  <a:pt x="774211" y="1667149"/>
                </a:lnTo>
                <a:cubicBezTo>
                  <a:pt x="860649" y="1244739"/>
                  <a:pt x="1234397" y="926985"/>
                  <a:pt x="1682362" y="926985"/>
                </a:cubicBezTo>
                <a:cubicBezTo>
                  <a:pt x="2194320" y="926985"/>
                  <a:pt x="2609345" y="1342010"/>
                  <a:pt x="2609345" y="1853969"/>
                </a:cubicBezTo>
                <a:close/>
              </a:path>
            </a:pathLst>
          </a:custGeom>
          <a:gradFill>
            <a:gsLst>
              <a:gs pos="0">
                <a:srgbClr val="2B274A"/>
              </a:gs>
              <a:gs pos="31000">
                <a:srgbClr val="2B274A"/>
              </a:gs>
              <a:gs pos="97000">
                <a:schemeClr val="dk2"/>
              </a:gs>
              <a:gs pos="100000">
                <a:schemeClr val="dk2"/>
              </a:gs>
            </a:gsLst>
            <a:lin ang="15000000" scaled="0"/>
          </a:gradFill>
          <a:ln>
            <a:noFill/>
          </a:ln>
        </p:spPr>
        <p:txBody>
          <a:bodyPr spcFirstLastPara="1" wrap="square" lIns="91425" tIns="45700" rIns="91425" bIns="45700" anchor="ctr" anchorCtr="0">
            <a:noAutofit/>
          </a:bodyPr>
          <a:lstStyle/>
          <a:p>
            <a:pPr marL="0" marR="0" lvl="0" indent="0" algn="ctr" rtl="0">
              <a:spcBef>
                <a:spcPts val="0"/>
              </a:spcBef>
              <a:spcAft>
                <a:spcPts val="0"/>
              </a:spcAft>
              <a:buNone/>
            </a:pPr>
            <a:endParaRPr sz="1800">
              <a:solidFill>
                <a:schemeClr val="lt1"/>
              </a:solidFill>
              <a:latin typeface="Arial"/>
              <a:ea typeface="Arial"/>
              <a:cs typeface="Arial"/>
              <a:sym typeface="Arial"/>
            </a:endParaRPr>
          </a:p>
        </p:txBody>
      </p:sp>
      <p:sp>
        <p:nvSpPr>
          <p:cNvPr id="77" name="Google Shape;77;p45"/>
          <p:cNvSpPr/>
          <p:nvPr/>
        </p:nvSpPr>
        <p:spPr>
          <a:xfrm rot="8100000" flipH="1">
            <a:off x="-481151" y="3649708"/>
            <a:ext cx="3478701" cy="2164843"/>
          </a:xfrm>
          <a:custGeom>
            <a:avLst/>
            <a:gdLst/>
            <a:ahLst/>
            <a:cxnLst/>
            <a:rect l="l" t="t" r="r" b="b"/>
            <a:pathLst>
              <a:path w="3478701" h="2164843" extrusionOk="0">
                <a:moveTo>
                  <a:pt x="3478701" y="2164843"/>
                </a:moveTo>
                <a:cubicBezTo>
                  <a:pt x="3478701" y="969234"/>
                  <a:pt x="2648651" y="0"/>
                  <a:pt x="1624733" y="0"/>
                </a:cubicBezTo>
                <a:cubicBezTo>
                  <a:pt x="984784" y="0"/>
                  <a:pt x="420564" y="378607"/>
                  <a:pt x="87393" y="954459"/>
                </a:cubicBezTo>
                <a:lnTo>
                  <a:pt x="0" y="1122434"/>
                </a:lnTo>
                <a:lnTo>
                  <a:pt x="736015" y="1858449"/>
                </a:lnTo>
                <a:lnTo>
                  <a:pt x="739424" y="1842964"/>
                </a:lnTo>
                <a:cubicBezTo>
                  <a:pt x="856791" y="1402344"/>
                  <a:pt x="1208766" y="1082422"/>
                  <a:pt x="1624733" y="1082422"/>
                </a:cubicBezTo>
                <a:cubicBezTo>
                  <a:pt x="2136692" y="1082422"/>
                  <a:pt x="2551716" y="1567038"/>
                  <a:pt x="2551716" y="2164843"/>
                </a:cubicBezTo>
                <a:close/>
              </a:path>
            </a:pathLst>
          </a:custGeom>
          <a:solidFill>
            <a:srgbClr val="746EB3">
              <a:alpha val="40000"/>
            </a:srgbClr>
          </a:solidFill>
          <a:ln>
            <a:noFill/>
          </a:ln>
        </p:spPr>
        <p:txBody>
          <a:bodyPr spcFirstLastPara="1" wrap="square" lIns="91425" tIns="45700" rIns="91425" bIns="45700" anchor="ctr" anchorCtr="0">
            <a:noAutofit/>
          </a:bodyPr>
          <a:lstStyle/>
          <a:p>
            <a:pPr marL="0" marR="0" lvl="0" indent="0" algn="ctr" rtl="0">
              <a:spcBef>
                <a:spcPts val="0"/>
              </a:spcBef>
              <a:spcAft>
                <a:spcPts val="0"/>
              </a:spcAft>
              <a:buNone/>
            </a:pPr>
            <a:endParaRPr sz="1800">
              <a:solidFill>
                <a:schemeClr val="lt1"/>
              </a:solidFill>
              <a:latin typeface="Arial"/>
              <a:ea typeface="Arial"/>
              <a:cs typeface="Arial"/>
              <a:sym typeface="Arial"/>
            </a:endParaRPr>
          </a:p>
        </p:txBody>
      </p:sp>
      <p:sp>
        <p:nvSpPr>
          <p:cNvPr id="78" name="Google Shape;78;p45"/>
          <p:cNvSpPr/>
          <p:nvPr/>
        </p:nvSpPr>
        <p:spPr>
          <a:xfrm rot="2700000" flipH="1">
            <a:off x="1512277" y="2840042"/>
            <a:ext cx="214196" cy="933178"/>
          </a:xfrm>
          <a:prstGeom prst="ellipse">
            <a:avLst/>
          </a:prstGeom>
          <a:solidFill>
            <a:srgbClr val="2B274A"/>
          </a:solidFill>
          <a:ln>
            <a:noFill/>
          </a:ln>
        </p:spPr>
        <p:txBody>
          <a:bodyPr spcFirstLastPara="1" wrap="square" lIns="91425" tIns="45700" rIns="91425" bIns="45700" anchor="ctr" anchorCtr="0">
            <a:noAutofit/>
          </a:bodyPr>
          <a:lstStyle/>
          <a:p>
            <a:pPr marL="0" marR="0" lvl="0" indent="0" algn="ctr" rtl="0">
              <a:spcBef>
                <a:spcPts val="0"/>
              </a:spcBef>
              <a:spcAft>
                <a:spcPts val="0"/>
              </a:spcAft>
              <a:buNone/>
            </a:pPr>
            <a:endParaRPr sz="1800">
              <a:solidFill>
                <a:schemeClr val="lt1"/>
              </a:solidFill>
              <a:latin typeface="Arial"/>
              <a:ea typeface="Arial"/>
              <a:cs typeface="Arial"/>
              <a:sym typeface="Arial"/>
            </a:endParaRPr>
          </a:p>
        </p:txBody>
      </p:sp>
      <p:sp>
        <p:nvSpPr>
          <p:cNvPr id="79" name="Google Shape;79;p45"/>
          <p:cNvSpPr/>
          <p:nvPr/>
        </p:nvSpPr>
        <p:spPr>
          <a:xfrm>
            <a:off x="1780661" y="385236"/>
            <a:ext cx="1080000" cy="1080000"/>
          </a:xfrm>
          <a:prstGeom prst="ellipse">
            <a:avLst/>
          </a:prstGeom>
          <a:gradFill>
            <a:gsLst>
              <a:gs pos="0">
                <a:srgbClr val="1B182E"/>
              </a:gs>
              <a:gs pos="60000">
                <a:srgbClr val="1B182E"/>
              </a:gs>
              <a:gs pos="100000">
                <a:srgbClr val="746EB3"/>
              </a:gs>
            </a:gsLst>
            <a:path path="circle">
              <a:fillToRect l="100000" b="100000"/>
            </a:path>
            <a:tileRect t="-100000" r="-100000"/>
          </a:gradFill>
          <a:ln>
            <a:noFill/>
          </a:ln>
        </p:spPr>
        <p:txBody>
          <a:bodyPr spcFirstLastPara="1" wrap="square" lIns="91425" tIns="45700" rIns="91425" bIns="45700" anchor="ctr" anchorCtr="0">
            <a:noAutofit/>
          </a:bodyPr>
          <a:lstStyle/>
          <a:p>
            <a:pPr marL="0" marR="0" lvl="0" indent="0" algn="ctr" rtl="0">
              <a:spcBef>
                <a:spcPts val="0"/>
              </a:spcBef>
              <a:spcAft>
                <a:spcPts val="0"/>
              </a:spcAft>
              <a:buNone/>
            </a:pPr>
            <a:endParaRPr sz="1800">
              <a:solidFill>
                <a:schemeClr val="lt1"/>
              </a:solidFill>
              <a:latin typeface="Arial"/>
              <a:ea typeface="Arial"/>
              <a:cs typeface="Arial"/>
              <a:sym typeface="Arial"/>
            </a:endParaRPr>
          </a:p>
        </p:txBody>
      </p:sp>
      <p:grpSp>
        <p:nvGrpSpPr>
          <p:cNvPr id="80" name="Google Shape;80;p45"/>
          <p:cNvGrpSpPr/>
          <p:nvPr/>
        </p:nvGrpSpPr>
        <p:grpSpPr>
          <a:xfrm>
            <a:off x="509106" y="1383159"/>
            <a:ext cx="897877" cy="934082"/>
            <a:chOff x="5129684" y="1232940"/>
            <a:chExt cx="897877" cy="934082"/>
          </a:xfrm>
        </p:grpSpPr>
        <p:sp>
          <p:nvSpPr>
            <p:cNvPr id="81" name="Google Shape;81;p45"/>
            <p:cNvSpPr/>
            <p:nvPr/>
          </p:nvSpPr>
          <p:spPr>
            <a:xfrm rot="1800000">
              <a:off x="5356930" y="1363788"/>
              <a:ext cx="621086" cy="364601"/>
            </a:xfrm>
            <a:custGeom>
              <a:avLst/>
              <a:gdLst/>
              <a:ahLst/>
              <a:cxnLst/>
              <a:rect l="l" t="t" r="r" b="b"/>
              <a:pathLst>
                <a:path w="540" h="317" extrusionOk="0">
                  <a:moveTo>
                    <a:pt x="266" y="0"/>
                  </a:moveTo>
                  <a:lnTo>
                    <a:pt x="0" y="158"/>
                  </a:lnTo>
                  <a:lnTo>
                    <a:pt x="266" y="317"/>
                  </a:lnTo>
                  <a:lnTo>
                    <a:pt x="540" y="158"/>
                  </a:lnTo>
                  <a:lnTo>
                    <a:pt x="266" y="0"/>
                  </a:lnTo>
                  <a:close/>
                </a:path>
              </a:pathLst>
            </a:custGeom>
            <a:gradFill>
              <a:gsLst>
                <a:gs pos="0">
                  <a:srgbClr val="2B274A">
                    <a:alpha val="20000"/>
                  </a:srgbClr>
                </a:gs>
                <a:gs pos="20000">
                  <a:srgbClr val="2B274A">
                    <a:alpha val="20000"/>
                  </a:srgbClr>
                </a:gs>
                <a:gs pos="100000">
                  <a:srgbClr val="59EFC0">
                    <a:alpha val="20000"/>
                  </a:srgbClr>
                </a:gs>
              </a:gsLst>
              <a:lin ang="0" scaled="0"/>
            </a:gradFill>
            <a:ln>
              <a:noFill/>
            </a:ln>
          </p:spPr>
          <p:txBody>
            <a:bodyPr spcFirstLastPara="1" wrap="square" lIns="91425" tIns="45700" rIns="91425" bIns="45700" anchor="ctr" anchorCtr="0">
              <a:noAutofit/>
            </a:bodyPr>
            <a:lstStyle/>
            <a:p>
              <a:pPr marL="0" marR="0" lvl="0" indent="0" algn="ctr" rtl="0">
                <a:spcBef>
                  <a:spcPts val="0"/>
                </a:spcBef>
                <a:spcAft>
                  <a:spcPts val="0"/>
                </a:spcAft>
                <a:buNone/>
              </a:pPr>
              <a:endParaRPr sz="1800">
                <a:solidFill>
                  <a:schemeClr val="lt1"/>
                </a:solidFill>
                <a:latin typeface="Arial"/>
                <a:ea typeface="Arial"/>
                <a:cs typeface="Arial"/>
                <a:sym typeface="Arial"/>
              </a:endParaRPr>
            </a:p>
          </p:txBody>
        </p:sp>
        <p:sp>
          <p:nvSpPr>
            <p:cNvPr id="82" name="Google Shape;82;p45"/>
            <p:cNvSpPr/>
            <p:nvPr/>
          </p:nvSpPr>
          <p:spPr>
            <a:xfrm rot="1800000">
              <a:off x="5243759" y="1430747"/>
              <a:ext cx="305942" cy="538275"/>
            </a:xfrm>
            <a:custGeom>
              <a:avLst/>
              <a:gdLst/>
              <a:ahLst/>
              <a:cxnLst/>
              <a:rect l="l" t="t" r="r" b="b"/>
              <a:pathLst>
                <a:path w="266" h="468" extrusionOk="0">
                  <a:moveTo>
                    <a:pt x="266" y="468"/>
                  </a:moveTo>
                  <a:lnTo>
                    <a:pt x="0" y="310"/>
                  </a:lnTo>
                  <a:lnTo>
                    <a:pt x="0" y="310"/>
                  </a:lnTo>
                  <a:lnTo>
                    <a:pt x="0" y="0"/>
                  </a:lnTo>
                  <a:lnTo>
                    <a:pt x="0" y="0"/>
                  </a:lnTo>
                  <a:lnTo>
                    <a:pt x="266" y="159"/>
                  </a:lnTo>
                  <a:lnTo>
                    <a:pt x="266" y="468"/>
                  </a:lnTo>
                  <a:close/>
                </a:path>
              </a:pathLst>
            </a:custGeom>
            <a:gradFill>
              <a:gsLst>
                <a:gs pos="0">
                  <a:srgbClr val="2B274A">
                    <a:alpha val="20000"/>
                  </a:srgbClr>
                </a:gs>
                <a:gs pos="20000">
                  <a:srgbClr val="2B274A">
                    <a:alpha val="20000"/>
                  </a:srgbClr>
                </a:gs>
                <a:gs pos="100000">
                  <a:srgbClr val="59EFC0">
                    <a:alpha val="20000"/>
                  </a:srgbClr>
                </a:gs>
              </a:gsLst>
              <a:lin ang="19799999" scaled="0"/>
            </a:gradFill>
            <a:ln>
              <a:noFill/>
            </a:ln>
          </p:spPr>
          <p:txBody>
            <a:bodyPr spcFirstLastPara="1" wrap="square" lIns="91425" tIns="45700" rIns="91425" bIns="45700" anchor="ctr" anchorCtr="0">
              <a:noAutofit/>
            </a:bodyPr>
            <a:lstStyle/>
            <a:p>
              <a:pPr marL="0" marR="0" lvl="0" indent="0" algn="ctr" rtl="0">
                <a:spcBef>
                  <a:spcPts val="0"/>
                </a:spcBef>
                <a:spcAft>
                  <a:spcPts val="0"/>
                </a:spcAft>
                <a:buNone/>
              </a:pPr>
              <a:endParaRPr sz="1800">
                <a:solidFill>
                  <a:schemeClr val="lt1"/>
                </a:solidFill>
                <a:latin typeface="Arial"/>
                <a:ea typeface="Arial"/>
                <a:cs typeface="Arial"/>
                <a:sym typeface="Arial"/>
              </a:endParaRPr>
            </a:p>
          </p:txBody>
        </p:sp>
        <p:sp>
          <p:nvSpPr>
            <p:cNvPr id="83" name="Google Shape;83;p45"/>
            <p:cNvSpPr/>
            <p:nvPr/>
          </p:nvSpPr>
          <p:spPr>
            <a:xfrm rot="1800000">
              <a:off x="5508097" y="1586019"/>
              <a:ext cx="315144" cy="538275"/>
            </a:xfrm>
            <a:custGeom>
              <a:avLst/>
              <a:gdLst/>
              <a:ahLst/>
              <a:cxnLst/>
              <a:rect l="l" t="t" r="r" b="b"/>
              <a:pathLst>
                <a:path w="274" h="468" extrusionOk="0">
                  <a:moveTo>
                    <a:pt x="274" y="0"/>
                  </a:moveTo>
                  <a:lnTo>
                    <a:pt x="274" y="310"/>
                  </a:lnTo>
                  <a:lnTo>
                    <a:pt x="274" y="310"/>
                  </a:lnTo>
                  <a:lnTo>
                    <a:pt x="0" y="468"/>
                  </a:lnTo>
                  <a:lnTo>
                    <a:pt x="0" y="159"/>
                  </a:lnTo>
                  <a:lnTo>
                    <a:pt x="274" y="0"/>
                  </a:lnTo>
                  <a:lnTo>
                    <a:pt x="274" y="0"/>
                  </a:lnTo>
                  <a:close/>
                </a:path>
              </a:pathLst>
            </a:custGeom>
            <a:gradFill>
              <a:gsLst>
                <a:gs pos="0">
                  <a:srgbClr val="2B274A">
                    <a:alpha val="20000"/>
                  </a:srgbClr>
                </a:gs>
                <a:gs pos="20000">
                  <a:srgbClr val="2B274A">
                    <a:alpha val="20000"/>
                  </a:srgbClr>
                </a:gs>
                <a:gs pos="100000">
                  <a:srgbClr val="59EFC0">
                    <a:alpha val="20000"/>
                  </a:srgbClr>
                </a:gs>
              </a:gsLst>
              <a:lin ang="18000000" scaled="0"/>
            </a:gradFill>
            <a:ln>
              <a:noFill/>
            </a:ln>
          </p:spPr>
          <p:txBody>
            <a:bodyPr spcFirstLastPara="1" wrap="square" lIns="91425" tIns="45700" rIns="91425" bIns="45700" anchor="ctr" anchorCtr="0">
              <a:noAutofit/>
            </a:bodyPr>
            <a:lstStyle/>
            <a:p>
              <a:pPr marL="0" marR="0" lvl="0" indent="0" algn="ctr" rtl="0">
                <a:spcBef>
                  <a:spcPts val="0"/>
                </a:spcBef>
                <a:spcAft>
                  <a:spcPts val="0"/>
                </a:spcAft>
                <a:buNone/>
              </a:pPr>
              <a:endParaRPr sz="1800">
                <a:solidFill>
                  <a:schemeClr val="lt1"/>
                </a:solidFill>
                <a:latin typeface="Arial"/>
                <a:ea typeface="Arial"/>
                <a:cs typeface="Arial"/>
                <a:sym typeface="Arial"/>
              </a:endParaRPr>
            </a:p>
          </p:txBody>
        </p:sp>
      </p:grpSp>
    </p:spTree>
  </p:cSld>
  <p:clrMapOvr>
    <a:masterClrMapping/>
  </p:clrMapOvr>
</p:sldLayout>
</file>

<file path=ppt/slideLayouts/slideLayout7.xml><?xml version="1.0" encoding="utf-8"?>
<p:sldLayout xmlns:a="http://schemas.openxmlformats.org/drawingml/2006/main" xmlns:r="http://schemas.openxmlformats.org/officeDocument/2006/relationships" xmlns:p="http://schemas.openxmlformats.org/presentationml/2006/main" matchingName="Blank" type="blank">
  <p:cSld name="BLANK">
    <p:spTree>
      <p:nvGrpSpPr>
        <p:cNvPr id="1" name="Shape 84"/>
        <p:cNvGrpSpPr/>
        <p:nvPr/>
      </p:nvGrpSpPr>
      <p:grpSpPr>
        <a:xfrm>
          <a:off x="0" y="0"/>
          <a:ext cx="0" cy="0"/>
          <a:chOff x="0" y="0"/>
          <a:chExt cx="0" cy="0"/>
        </a:xfrm>
      </p:grpSpPr>
      <p:sp>
        <p:nvSpPr>
          <p:cNvPr id="85" name="Google Shape;85;p46"/>
          <p:cNvSpPr txBox="1">
            <a:spLocks noGrp="1"/>
          </p:cNvSpPr>
          <p:nvPr>
            <p:ph type="dt" idx="10"/>
          </p:nvPr>
        </p:nvSpPr>
        <p:spPr>
          <a:xfrm>
            <a:off x="550863" y="6507212"/>
            <a:ext cx="2628900" cy="153888"/>
          </a:xfrm>
          <a:prstGeom prst="rect">
            <a:avLst/>
          </a:prstGeom>
          <a:noFill/>
          <a:ln>
            <a:noFill/>
          </a:ln>
        </p:spPr>
        <p:txBody>
          <a:bodyPr spcFirstLastPara="1" wrap="square" lIns="0" tIns="0" rIns="0" bIns="0" anchor="ctr" anchorCtr="0">
            <a:spAutoFit/>
          </a:bodyPr>
          <a:lstStyle>
            <a:lvl1pPr lvl="0" algn="l">
              <a:spcBef>
                <a:spcPts val="0"/>
              </a:spcBef>
              <a:spcAft>
                <a:spcPts val="0"/>
              </a:spcAft>
              <a:buSzPts val="1400"/>
              <a:buNone/>
              <a:defRPr/>
            </a:lvl1pPr>
            <a:lvl2pPr lvl="1" algn="l">
              <a:spcBef>
                <a:spcPts val="0"/>
              </a:spcBef>
              <a:spcAft>
                <a:spcPts val="0"/>
              </a:spcAft>
              <a:buSzPts val="1400"/>
              <a:buNone/>
              <a:defRPr/>
            </a:lvl2pPr>
            <a:lvl3pPr lvl="2" algn="l">
              <a:spcBef>
                <a:spcPts val="0"/>
              </a:spcBef>
              <a:spcAft>
                <a:spcPts val="0"/>
              </a:spcAft>
              <a:buSzPts val="1400"/>
              <a:buNone/>
              <a:defRPr/>
            </a:lvl3pPr>
            <a:lvl4pPr lvl="3" algn="l">
              <a:spcBef>
                <a:spcPts val="0"/>
              </a:spcBef>
              <a:spcAft>
                <a:spcPts val="0"/>
              </a:spcAft>
              <a:buSzPts val="1400"/>
              <a:buNone/>
              <a:defRPr/>
            </a:lvl4pPr>
            <a:lvl5pPr lvl="4" algn="l">
              <a:spcBef>
                <a:spcPts val="0"/>
              </a:spcBef>
              <a:spcAft>
                <a:spcPts val="0"/>
              </a:spcAft>
              <a:buSzPts val="1400"/>
              <a:buNone/>
              <a:defRPr/>
            </a:lvl5pPr>
            <a:lvl6pPr lvl="5" algn="l">
              <a:spcBef>
                <a:spcPts val="0"/>
              </a:spcBef>
              <a:spcAft>
                <a:spcPts val="0"/>
              </a:spcAft>
              <a:buSzPts val="1400"/>
              <a:buNone/>
              <a:defRPr/>
            </a:lvl6pPr>
            <a:lvl7pPr lvl="6" algn="l">
              <a:spcBef>
                <a:spcPts val="0"/>
              </a:spcBef>
              <a:spcAft>
                <a:spcPts val="0"/>
              </a:spcAft>
              <a:buSzPts val="1400"/>
              <a:buNone/>
              <a:defRPr/>
            </a:lvl7pPr>
            <a:lvl8pPr lvl="7" algn="l">
              <a:spcBef>
                <a:spcPts val="0"/>
              </a:spcBef>
              <a:spcAft>
                <a:spcPts val="0"/>
              </a:spcAft>
              <a:buSzPts val="1400"/>
              <a:buNone/>
              <a:defRPr/>
            </a:lvl8pPr>
            <a:lvl9pPr lvl="8" algn="l">
              <a:spcBef>
                <a:spcPts val="0"/>
              </a:spcBef>
              <a:spcAft>
                <a:spcPts val="0"/>
              </a:spcAft>
              <a:buSzPts val="1400"/>
              <a:buNone/>
              <a:defRPr/>
            </a:lvl9pPr>
          </a:lstStyle>
          <a:p>
            <a:endParaRPr/>
          </a:p>
        </p:txBody>
      </p:sp>
      <p:sp>
        <p:nvSpPr>
          <p:cNvPr id="86" name="Google Shape;86;p46"/>
          <p:cNvSpPr txBox="1">
            <a:spLocks noGrp="1"/>
          </p:cNvSpPr>
          <p:nvPr>
            <p:ph type="ftr" idx="11"/>
          </p:nvPr>
        </p:nvSpPr>
        <p:spPr>
          <a:xfrm>
            <a:off x="3359150" y="6507212"/>
            <a:ext cx="6379210" cy="153888"/>
          </a:xfrm>
          <a:prstGeom prst="rect">
            <a:avLst/>
          </a:prstGeom>
          <a:noFill/>
          <a:ln>
            <a:noFill/>
          </a:ln>
        </p:spPr>
        <p:txBody>
          <a:bodyPr spcFirstLastPara="1" wrap="square" lIns="0" tIns="0" rIns="0" bIns="0" anchor="ctr" anchorCtr="0">
            <a:spAutoFit/>
          </a:bodyPr>
          <a:lstStyle>
            <a:lvl1pPr lvl="0" algn="l">
              <a:spcBef>
                <a:spcPts val="0"/>
              </a:spcBef>
              <a:spcAft>
                <a:spcPts val="0"/>
              </a:spcAft>
              <a:buSzPts val="1400"/>
              <a:buNone/>
              <a:defRPr/>
            </a:lvl1pPr>
            <a:lvl2pPr lvl="1" algn="l">
              <a:spcBef>
                <a:spcPts val="0"/>
              </a:spcBef>
              <a:spcAft>
                <a:spcPts val="0"/>
              </a:spcAft>
              <a:buSzPts val="1400"/>
              <a:buNone/>
              <a:defRPr/>
            </a:lvl2pPr>
            <a:lvl3pPr lvl="2" algn="l">
              <a:spcBef>
                <a:spcPts val="0"/>
              </a:spcBef>
              <a:spcAft>
                <a:spcPts val="0"/>
              </a:spcAft>
              <a:buSzPts val="1400"/>
              <a:buNone/>
              <a:defRPr/>
            </a:lvl3pPr>
            <a:lvl4pPr lvl="3" algn="l">
              <a:spcBef>
                <a:spcPts val="0"/>
              </a:spcBef>
              <a:spcAft>
                <a:spcPts val="0"/>
              </a:spcAft>
              <a:buSzPts val="1400"/>
              <a:buNone/>
              <a:defRPr/>
            </a:lvl4pPr>
            <a:lvl5pPr lvl="4" algn="l">
              <a:spcBef>
                <a:spcPts val="0"/>
              </a:spcBef>
              <a:spcAft>
                <a:spcPts val="0"/>
              </a:spcAft>
              <a:buSzPts val="1400"/>
              <a:buNone/>
              <a:defRPr/>
            </a:lvl5pPr>
            <a:lvl6pPr lvl="5" algn="l">
              <a:spcBef>
                <a:spcPts val="0"/>
              </a:spcBef>
              <a:spcAft>
                <a:spcPts val="0"/>
              </a:spcAft>
              <a:buSzPts val="1400"/>
              <a:buNone/>
              <a:defRPr/>
            </a:lvl6pPr>
            <a:lvl7pPr lvl="6" algn="l">
              <a:spcBef>
                <a:spcPts val="0"/>
              </a:spcBef>
              <a:spcAft>
                <a:spcPts val="0"/>
              </a:spcAft>
              <a:buSzPts val="1400"/>
              <a:buNone/>
              <a:defRPr/>
            </a:lvl7pPr>
            <a:lvl8pPr lvl="7" algn="l">
              <a:spcBef>
                <a:spcPts val="0"/>
              </a:spcBef>
              <a:spcAft>
                <a:spcPts val="0"/>
              </a:spcAft>
              <a:buSzPts val="1400"/>
              <a:buNone/>
              <a:defRPr/>
            </a:lvl8pPr>
            <a:lvl9pPr lvl="8" algn="l">
              <a:spcBef>
                <a:spcPts val="0"/>
              </a:spcBef>
              <a:spcAft>
                <a:spcPts val="0"/>
              </a:spcAft>
              <a:buSzPts val="1400"/>
              <a:buNone/>
              <a:defRPr/>
            </a:lvl9pPr>
          </a:lstStyle>
          <a:p>
            <a:endParaRPr/>
          </a:p>
        </p:txBody>
      </p:sp>
      <p:sp>
        <p:nvSpPr>
          <p:cNvPr id="87" name="Google Shape;87;p46"/>
          <p:cNvSpPr txBox="1">
            <a:spLocks noGrp="1"/>
          </p:cNvSpPr>
          <p:nvPr>
            <p:ph type="sldNum" idx="12"/>
          </p:nvPr>
        </p:nvSpPr>
        <p:spPr>
          <a:xfrm>
            <a:off x="9948863" y="6507212"/>
            <a:ext cx="1692274" cy="153888"/>
          </a:xfrm>
          <a:prstGeom prst="rect">
            <a:avLst/>
          </a:prstGeom>
          <a:noFill/>
          <a:ln>
            <a:noFill/>
          </a:ln>
        </p:spPr>
        <p:txBody>
          <a:bodyPr spcFirstLastPara="1" wrap="square" lIns="0" tIns="0" rIns="0" bIns="0" anchor="ctr" anchorCtr="0">
            <a:spAutoFit/>
          </a:bodyPr>
          <a:lstStyle>
            <a:lvl1pPr marL="0" lvl="0" indent="0" algn="r">
              <a:spcBef>
                <a:spcPts val="0"/>
              </a:spcBef>
              <a:buNone/>
              <a:defRPr/>
            </a:lvl1pPr>
            <a:lvl2pPr marL="0" lvl="1" indent="0" algn="r">
              <a:spcBef>
                <a:spcPts val="0"/>
              </a:spcBef>
              <a:buNone/>
              <a:defRPr/>
            </a:lvl2pPr>
            <a:lvl3pPr marL="0" lvl="2" indent="0" algn="r">
              <a:spcBef>
                <a:spcPts val="0"/>
              </a:spcBef>
              <a:buNone/>
              <a:defRPr/>
            </a:lvl3pPr>
            <a:lvl4pPr marL="0" lvl="3" indent="0" algn="r">
              <a:spcBef>
                <a:spcPts val="0"/>
              </a:spcBef>
              <a:buNone/>
              <a:defRPr/>
            </a:lvl4pPr>
            <a:lvl5pPr marL="0" lvl="4" indent="0" algn="r">
              <a:spcBef>
                <a:spcPts val="0"/>
              </a:spcBef>
              <a:buNone/>
              <a:defRPr/>
            </a:lvl5pPr>
            <a:lvl6pPr marL="0" lvl="5" indent="0" algn="r">
              <a:spcBef>
                <a:spcPts val="0"/>
              </a:spcBef>
              <a:buNone/>
              <a:defRPr/>
            </a:lvl6pPr>
            <a:lvl7pPr marL="0" lvl="6" indent="0" algn="r">
              <a:spcBef>
                <a:spcPts val="0"/>
              </a:spcBef>
              <a:buNone/>
              <a:defRPr/>
            </a:lvl7pPr>
            <a:lvl8pPr marL="0" lvl="7" indent="0" algn="r">
              <a:spcBef>
                <a:spcPts val="0"/>
              </a:spcBef>
              <a:buNone/>
              <a:defRPr/>
            </a:lvl8pPr>
            <a:lvl9pPr marL="0" lvl="8" indent="0" algn="r">
              <a:spcBef>
                <a:spcPts val="0"/>
              </a:spcBef>
              <a:buNone/>
              <a:defRPr/>
            </a:lvl9pPr>
          </a:lstStyle>
          <a:p>
            <a:pPr marL="0" lvl="0" indent="0" algn="r" rtl="0">
              <a:spcBef>
                <a:spcPts val="0"/>
              </a:spcBef>
              <a:spcAft>
                <a:spcPts val="0"/>
              </a:spcAft>
              <a:buNone/>
            </a:pPr>
            <a:fld id="{00000000-1234-1234-1234-123412341234}" type="slidenum">
              <a:rPr lang="en-US"/>
              <a:t>‹#›</a:t>
            </a:fld>
            <a:endParaRPr/>
          </a:p>
        </p:txBody>
      </p:sp>
    </p:spTree>
  </p:cSld>
  <p:clrMapOvr>
    <a:masterClrMapping/>
  </p:clrMapOvr>
</p:sldLayout>
</file>

<file path=ppt/slideLayouts/slideLayout8.xml><?xml version="1.0" encoding="utf-8"?>
<p:sldLayout xmlns:a="http://schemas.openxmlformats.org/drawingml/2006/main" xmlns:r="http://schemas.openxmlformats.org/officeDocument/2006/relationships" xmlns:p="http://schemas.openxmlformats.org/presentationml/2006/main" matchingName="Content with Caption" type="objTx">
  <p:cSld name="OBJECT_WITH_CAPTION_TEXT">
    <p:spTree>
      <p:nvGrpSpPr>
        <p:cNvPr id="1" name="Shape 88"/>
        <p:cNvGrpSpPr/>
        <p:nvPr/>
      </p:nvGrpSpPr>
      <p:grpSpPr>
        <a:xfrm>
          <a:off x="0" y="0"/>
          <a:ext cx="0" cy="0"/>
          <a:chOff x="0" y="0"/>
          <a:chExt cx="0" cy="0"/>
        </a:xfrm>
      </p:grpSpPr>
      <p:grpSp>
        <p:nvGrpSpPr>
          <p:cNvPr id="89" name="Google Shape;89;p47"/>
          <p:cNvGrpSpPr/>
          <p:nvPr/>
        </p:nvGrpSpPr>
        <p:grpSpPr>
          <a:xfrm>
            <a:off x="4752748" y="4823504"/>
            <a:ext cx="1656714" cy="1656714"/>
            <a:chOff x="2481534" y="2139594"/>
            <a:chExt cx="1656714" cy="1656714"/>
          </a:xfrm>
        </p:grpSpPr>
        <p:sp>
          <p:nvSpPr>
            <p:cNvPr id="90" name="Google Shape;90;p47"/>
            <p:cNvSpPr/>
            <p:nvPr/>
          </p:nvSpPr>
          <p:spPr>
            <a:xfrm rot="2700000">
              <a:off x="2769891" y="2336477"/>
              <a:ext cx="1080000" cy="1262947"/>
            </a:xfrm>
            <a:custGeom>
              <a:avLst/>
              <a:gdLst/>
              <a:ahLst/>
              <a:cxnLst/>
              <a:rect l="l" t="t" r="r" b="b"/>
              <a:pathLst>
                <a:path w="1080000" h="1262947" extrusionOk="0">
                  <a:moveTo>
                    <a:pt x="540000" y="0"/>
                  </a:moveTo>
                  <a:lnTo>
                    <a:pt x="1064374" y="931034"/>
                  </a:lnTo>
                  <a:lnTo>
                    <a:pt x="1069029" y="938533"/>
                  </a:lnTo>
                  <a:cubicBezTo>
                    <a:pt x="1076223" y="956109"/>
                    <a:pt x="1080000" y="974307"/>
                    <a:pt x="1080000" y="992947"/>
                  </a:cubicBezTo>
                  <a:cubicBezTo>
                    <a:pt x="1080000" y="1142064"/>
                    <a:pt x="838234" y="1262947"/>
                    <a:pt x="540000" y="1262947"/>
                  </a:cubicBezTo>
                  <a:cubicBezTo>
                    <a:pt x="241766" y="1262947"/>
                    <a:pt x="0" y="1142064"/>
                    <a:pt x="0" y="992947"/>
                  </a:cubicBezTo>
                  <a:cubicBezTo>
                    <a:pt x="0" y="974307"/>
                    <a:pt x="3778" y="956109"/>
                    <a:pt x="10971" y="938533"/>
                  </a:cubicBezTo>
                  <a:lnTo>
                    <a:pt x="15626" y="931034"/>
                  </a:lnTo>
                  <a:lnTo>
                    <a:pt x="540000" y="0"/>
                  </a:lnTo>
                  <a:close/>
                </a:path>
              </a:pathLst>
            </a:custGeom>
            <a:gradFill>
              <a:gsLst>
                <a:gs pos="0">
                  <a:srgbClr val="2B274A"/>
                </a:gs>
                <a:gs pos="30000">
                  <a:srgbClr val="2B274A"/>
                </a:gs>
                <a:gs pos="40000">
                  <a:srgbClr val="453E75"/>
                </a:gs>
                <a:gs pos="60000">
                  <a:srgbClr val="2B274A"/>
                </a:gs>
                <a:gs pos="100000">
                  <a:schemeClr val="dk2"/>
                </a:gs>
              </a:gsLst>
              <a:lin ang="600000" scaled="0"/>
            </a:gradFill>
            <a:ln>
              <a:noFill/>
            </a:ln>
          </p:spPr>
          <p:txBody>
            <a:bodyPr spcFirstLastPara="1" wrap="square" lIns="91425" tIns="45700" rIns="91425" bIns="45700" anchor="ctr" anchorCtr="0">
              <a:noAutofit/>
            </a:bodyPr>
            <a:lstStyle/>
            <a:p>
              <a:pPr marL="0" marR="0" lvl="0" indent="0" algn="ctr" rtl="0">
                <a:spcBef>
                  <a:spcPts val="0"/>
                </a:spcBef>
                <a:spcAft>
                  <a:spcPts val="0"/>
                </a:spcAft>
                <a:buNone/>
              </a:pPr>
              <a:endParaRPr sz="1800">
                <a:solidFill>
                  <a:schemeClr val="lt1"/>
                </a:solidFill>
                <a:latin typeface="Arial"/>
                <a:ea typeface="Arial"/>
                <a:cs typeface="Arial"/>
                <a:sym typeface="Arial"/>
              </a:endParaRPr>
            </a:p>
          </p:txBody>
        </p:sp>
        <p:sp>
          <p:nvSpPr>
            <p:cNvPr id="91" name="Google Shape;91;p47"/>
            <p:cNvSpPr/>
            <p:nvPr/>
          </p:nvSpPr>
          <p:spPr>
            <a:xfrm rot="8100000">
              <a:off x="2784291" y="2683551"/>
              <a:ext cx="540000" cy="1080000"/>
            </a:xfrm>
            <a:prstGeom prst="ellipse">
              <a:avLst/>
            </a:prstGeom>
            <a:gradFill>
              <a:gsLst>
                <a:gs pos="0">
                  <a:srgbClr val="221F3B"/>
                </a:gs>
                <a:gs pos="50000">
                  <a:srgbClr val="221F3B"/>
                </a:gs>
                <a:gs pos="100000">
                  <a:srgbClr val="2B274A"/>
                </a:gs>
              </a:gsLst>
              <a:lin ang="5400000" scaled="0"/>
            </a:gradFill>
            <a:ln>
              <a:noFill/>
            </a:ln>
          </p:spPr>
          <p:txBody>
            <a:bodyPr spcFirstLastPara="1" wrap="square" lIns="91425" tIns="45700" rIns="91425" bIns="45700" anchor="ctr" anchorCtr="0">
              <a:noAutofit/>
            </a:bodyPr>
            <a:lstStyle/>
            <a:p>
              <a:pPr marL="0" marR="0" lvl="0" indent="0" algn="ctr" rtl="0">
                <a:spcBef>
                  <a:spcPts val="0"/>
                </a:spcBef>
                <a:spcAft>
                  <a:spcPts val="0"/>
                </a:spcAft>
                <a:buNone/>
              </a:pPr>
              <a:endParaRPr sz="1800">
                <a:solidFill>
                  <a:schemeClr val="lt1"/>
                </a:solidFill>
                <a:latin typeface="Arial"/>
                <a:ea typeface="Arial"/>
                <a:cs typeface="Arial"/>
                <a:sym typeface="Arial"/>
              </a:endParaRPr>
            </a:p>
          </p:txBody>
        </p:sp>
      </p:grpSp>
      <p:sp>
        <p:nvSpPr>
          <p:cNvPr id="92" name="Google Shape;92;p47"/>
          <p:cNvSpPr txBox="1">
            <a:spLocks noGrp="1"/>
          </p:cNvSpPr>
          <p:nvPr>
            <p:ph type="title"/>
          </p:nvPr>
        </p:nvSpPr>
        <p:spPr>
          <a:xfrm>
            <a:off x="550863" y="549275"/>
            <a:ext cx="11090275" cy="984885"/>
          </a:xfrm>
          <a:prstGeom prst="rect">
            <a:avLst/>
          </a:prstGeom>
          <a:noFill/>
          <a:ln>
            <a:noFill/>
          </a:ln>
        </p:spPr>
        <p:txBody>
          <a:bodyPr spcFirstLastPara="1" wrap="square" lIns="0" tIns="0" rIns="0" bIns="0" anchor="t" anchorCtr="0">
            <a:normAutofit/>
          </a:bodyPr>
          <a:lstStyle>
            <a:lvl1pPr lvl="0" algn="l">
              <a:lnSpc>
                <a:spcPct val="100000"/>
              </a:lnSpc>
              <a:spcBef>
                <a:spcPts val="0"/>
              </a:spcBef>
              <a:spcAft>
                <a:spcPts val="0"/>
              </a:spcAft>
              <a:buClr>
                <a:schemeClr val="lt1"/>
              </a:buClr>
              <a:buSzPts val="3200"/>
              <a:buFont typeface="Arial"/>
              <a:buNone/>
              <a:defRPr sz="3200"/>
            </a:lvl1pPr>
            <a:lvl2pPr lvl="1">
              <a:spcBef>
                <a:spcPts val="0"/>
              </a:spcBef>
              <a:spcAft>
                <a:spcPts val="0"/>
              </a:spcAft>
              <a:buSzPts val="1400"/>
              <a:buNone/>
              <a:defRPr/>
            </a:lvl2pPr>
            <a:lvl3pPr lvl="2">
              <a:spcBef>
                <a:spcPts val="0"/>
              </a:spcBef>
              <a:spcAft>
                <a:spcPts val="0"/>
              </a:spcAft>
              <a:buSzPts val="1400"/>
              <a:buNone/>
              <a:defRPr/>
            </a:lvl3pPr>
            <a:lvl4pPr lvl="3">
              <a:spcBef>
                <a:spcPts val="0"/>
              </a:spcBef>
              <a:spcAft>
                <a:spcPts val="0"/>
              </a:spcAft>
              <a:buSzPts val="1400"/>
              <a:buNone/>
              <a:defRPr/>
            </a:lvl4pPr>
            <a:lvl5pPr lvl="4">
              <a:spcBef>
                <a:spcPts val="0"/>
              </a:spcBef>
              <a:spcAft>
                <a:spcPts val="0"/>
              </a:spcAft>
              <a:buSzPts val="1400"/>
              <a:buNone/>
              <a:defRPr/>
            </a:lvl5pPr>
            <a:lvl6pPr lvl="5">
              <a:spcBef>
                <a:spcPts val="0"/>
              </a:spcBef>
              <a:spcAft>
                <a:spcPts val="0"/>
              </a:spcAft>
              <a:buSzPts val="1400"/>
              <a:buNone/>
              <a:defRPr/>
            </a:lvl6pPr>
            <a:lvl7pPr lvl="6">
              <a:spcBef>
                <a:spcPts val="0"/>
              </a:spcBef>
              <a:spcAft>
                <a:spcPts val="0"/>
              </a:spcAft>
              <a:buSzPts val="1400"/>
              <a:buNone/>
              <a:defRPr/>
            </a:lvl7pPr>
            <a:lvl8pPr lvl="7">
              <a:spcBef>
                <a:spcPts val="0"/>
              </a:spcBef>
              <a:spcAft>
                <a:spcPts val="0"/>
              </a:spcAft>
              <a:buSzPts val="1400"/>
              <a:buNone/>
              <a:defRPr/>
            </a:lvl8pPr>
            <a:lvl9pPr lvl="8">
              <a:spcBef>
                <a:spcPts val="0"/>
              </a:spcBef>
              <a:spcAft>
                <a:spcPts val="0"/>
              </a:spcAft>
              <a:buSzPts val="1400"/>
              <a:buNone/>
              <a:defRPr/>
            </a:lvl9pPr>
          </a:lstStyle>
          <a:p>
            <a:endParaRPr/>
          </a:p>
        </p:txBody>
      </p:sp>
      <p:sp>
        <p:nvSpPr>
          <p:cNvPr id="93" name="Google Shape;93;p47"/>
          <p:cNvSpPr txBox="1">
            <a:spLocks noGrp="1"/>
          </p:cNvSpPr>
          <p:nvPr>
            <p:ph type="body" idx="1"/>
          </p:nvPr>
        </p:nvSpPr>
        <p:spPr>
          <a:xfrm>
            <a:off x="4295775" y="1750060"/>
            <a:ext cx="7345362" cy="4342765"/>
          </a:xfrm>
          <a:prstGeom prst="rect">
            <a:avLst/>
          </a:prstGeom>
          <a:noFill/>
          <a:ln>
            <a:noFill/>
          </a:ln>
        </p:spPr>
        <p:txBody>
          <a:bodyPr spcFirstLastPara="1" wrap="square" lIns="0" tIns="0" rIns="0" bIns="0" anchor="t" anchorCtr="0">
            <a:normAutofit/>
          </a:bodyPr>
          <a:lstStyle>
            <a:lvl1pPr marL="457200" lvl="0" indent="-330200" algn="l">
              <a:lnSpc>
                <a:spcPct val="110000"/>
              </a:lnSpc>
              <a:spcBef>
                <a:spcPts val="1000"/>
              </a:spcBef>
              <a:spcAft>
                <a:spcPts val="0"/>
              </a:spcAft>
              <a:buClr>
                <a:schemeClr val="lt1"/>
              </a:buClr>
              <a:buSzPts val="1600"/>
              <a:buChar char="•"/>
              <a:defRPr sz="1600"/>
            </a:lvl1pPr>
            <a:lvl2pPr marL="914400" lvl="1" indent="-330200" algn="l">
              <a:lnSpc>
                <a:spcPct val="110000"/>
              </a:lnSpc>
              <a:spcBef>
                <a:spcPts val="800"/>
              </a:spcBef>
              <a:spcAft>
                <a:spcPts val="0"/>
              </a:spcAft>
              <a:buClr>
                <a:schemeClr val="lt1"/>
              </a:buClr>
              <a:buSzPts val="1600"/>
              <a:buChar char="•"/>
              <a:defRPr sz="1600"/>
            </a:lvl2pPr>
            <a:lvl3pPr marL="1371600" lvl="2" indent="-330200" algn="l">
              <a:lnSpc>
                <a:spcPct val="110000"/>
              </a:lnSpc>
              <a:spcBef>
                <a:spcPts val="800"/>
              </a:spcBef>
              <a:spcAft>
                <a:spcPts val="0"/>
              </a:spcAft>
              <a:buClr>
                <a:schemeClr val="lt1"/>
              </a:buClr>
              <a:buSzPts val="1600"/>
              <a:buChar char="•"/>
              <a:defRPr sz="1600"/>
            </a:lvl3pPr>
            <a:lvl4pPr marL="1828800" lvl="3" indent="-330200" algn="l">
              <a:lnSpc>
                <a:spcPct val="110000"/>
              </a:lnSpc>
              <a:spcBef>
                <a:spcPts val="800"/>
              </a:spcBef>
              <a:spcAft>
                <a:spcPts val="0"/>
              </a:spcAft>
              <a:buClr>
                <a:schemeClr val="lt1"/>
              </a:buClr>
              <a:buSzPts val="1600"/>
              <a:buChar char="•"/>
              <a:defRPr sz="1600"/>
            </a:lvl4pPr>
            <a:lvl5pPr marL="2286000" lvl="4" indent="-330200" algn="l">
              <a:lnSpc>
                <a:spcPct val="110000"/>
              </a:lnSpc>
              <a:spcBef>
                <a:spcPts val="800"/>
              </a:spcBef>
              <a:spcAft>
                <a:spcPts val="0"/>
              </a:spcAft>
              <a:buClr>
                <a:schemeClr val="lt1"/>
              </a:buClr>
              <a:buSzPts val="1600"/>
              <a:buChar char="•"/>
              <a:defRPr sz="1600"/>
            </a:lvl5pPr>
            <a:lvl6pPr marL="2743200" lvl="5" indent="-355600" algn="l">
              <a:lnSpc>
                <a:spcPct val="90000"/>
              </a:lnSpc>
              <a:spcBef>
                <a:spcPts val="800"/>
              </a:spcBef>
              <a:spcAft>
                <a:spcPts val="0"/>
              </a:spcAft>
              <a:buClr>
                <a:schemeClr val="lt1"/>
              </a:buClr>
              <a:buSzPts val="2000"/>
              <a:buChar char="•"/>
              <a:defRPr sz="2000"/>
            </a:lvl6pPr>
            <a:lvl7pPr marL="3200400" lvl="6" indent="-355600" algn="l">
              <a:lnSpc>
                <a:spcPct val="90000"/>
              </a:lnSpc>
              <a:spcBef>
                <a:spcPts val="500"/>
              </a:spcBef>
              <a:spcAft>
                <a:spcPts val="0"/>
              </a:spcAft>
              <a:buClr>
                <a:schemeClr val="lt1"/>
              </a:buClr>
              <a:buSzPts val="2000"/>
              <a:buChar char="•"/>
              <a:defRPr sz="2000"/>
            </a:lvl7pPr>
            <a:lvl8pPr marL="3657600" lvl="7" indent="-355600" algn="l">
              <a:lnSpc>
                <a:spcPct val="90000"/>
              </a:lnSpc>
              <a:spcBef>
                <a:spcPts val="500"/>
              </a:spcBef>
              <a:spcAft>
                <a:spcPts val="0"/>
              </a:spcAft>
              <a:buClr>
                <a:schemeClr val="lt1"/>
              </a:buClr>
              <a:buSzPts val="2000"/>
              <a:buChar char="•"/>
              <a:defRPr sz="2000"/>
            </a:lvl8pPr>
            <a:lvl9pPr marL="4114800" lvl="8" indent="-355600" algn="l">
              <a:lnSpc>
                <a:spcPct val="90000"/>
              </a:lnSpc>
              <a:spcBef>
                <a:spcPts val="500"/>
              </a:spcBef>
              <a:spcAft>
                <a:spcPts val="0"/>
              </a:spcAft>
              <a:buClr>
                <a:schemeClr val="lt1"/>
              </a:buClr>
              <a:buSzPts val="2000"/>
              <a:buChar char="•"/>
              <a:defRPr sz="2000"/>
            </a:lvl9pPr>
          </a:lstStyle>
          <a:p>
            <a:endParaRPr/>
          </a:p>
        </p:txBody>
      </p:sp>
      <p:sp>
        <p:nvSpPr>
          <p:cNvPr id="94" name="Google Shape;94;p47"/>
          <p:cNvSpPr txBox="1">
            <a:spLocks noGrp="1"/>
          </p:cNvSpPr>
          <p:nvPr>
            <p:ph type="body" idx="2"/>
          </p:nvPr>
        </p:nvSpPr>
        <p:spPr>
          <a:xfrm>
            <a:off x="550863" y="1750060"/>
            <a:ext cx="3565525" cy="4342765"/>
          </a:xfrm>
          <a:prstGeom prst="rect">
            <a:avLst/>
          </a:prstGeom>
          <a:noFill/>
          <a:ln>
            <a:noFill/>
          </a:ln>
        </p:spPr>
        <p:txBody>
          <a:bodyPr spcFirstLastPara="1" wrap="square" lIns="0" tIns="0" rIns="0" bIns="0" anchor="t" anchorCtr="0">
            <a:normAutofit/>
          </a:bodyPr>
          <a:lstStyle>
            <a:lvl1pPr marL="457200" lvl="0" indent="-228600" algn="l">
              <a:lnSpc>
                <a:spcPct val="110000"/>
              </a:lnSpc>
              <a:spcBef>
                <a:spcPts val="1000"/>
              </a:spcBef>
              <a:spcAft>
                <a:spcPts val="0"/>
              </a:spcAft>
              <a:buClr>
                <a:schemeClr val="lt1"/>
              </a:buClr>
              <a:buSzPts val="1600"/>
              <a:buNone/>
              <a:defRPr sz="1600"/>
            </a:lvl1pPr>
            <a:lvl2pPr marL="914400" lvl="1" indent="-228600" algn="l">
              <a:lnSpc>
                <a:spcPct val="110000"/>
              </a:lnSpc>
              <a:spcBef>
                <a:spcPts val="800"/>
              </a:spcBef>
              <a:spcAft>
                <a:spcPts val="0"/>
              </a:spcAft>
              <a:buClr>
                <a:schemeClr val="lt1"/>
              </a:buClr>
              <a:buSzPts val="1400"/>
              <a:buNone/>
              <a:defRPr sz="1400"/>
            </a:lvl2pPr>
            <a:lvl3pPr marL="1371600" lvl="2" indent="-228600" algn="l">
              <a:lnSpc>
                <a:spcPct val="110000"/>
              </a:lnSpc>
              <a:spcBef>
                <a:spcPts val="800"/>
              </a:spcBef>
              <a:spcAft>
                <a:spcPts val="0"/>
              </a:spcAft>
              <a:buClr>
                <a:schemeClr val="lt1"/>
              </a:buClr>
              <a:buSzPts val="1200"/>
              <a:buNone/>
              <a:defRPr sz="1200"/>
            </a:lvl3pPr>
            <a:lvl4pPr marL="1828800" lvl="3" indent="-228600" algn="l">
              <a:lnSpc>
                <a:spcPct val="110000"/>
              </a:lnSpc>
              <a:spcBef>
                <a:spcPts val="800"/>
              </a:spcBef>
              <a:spcAft>
                <a:spcPts val="0"/>
              </a:spcAft>
              <a:buClr>
                <a:schemeClr val="lt1"/>
              </a:buClr>
              <a:buSzPts val="1000"/>
              <a:buNone/>
              <a:defRPr sz="1000"/>
            </a:lvl4pPr>
            <a:lvl5pPr marL="2286000" lvl="4" indent="-228600" algn="l">
              <a:lnSpc>
                <a:spcPct val="110000"/>
              </a:lnSpc>
              <a:spcBef>
                <a:spcPts val="800"/>
              </a:spcBef>
              <a:spcAft>
                <a:spcPts val="0"/>
              </a:spcAft>
              <a:buClr>
                <a:schemeClr val="lt1"/>
              </a:buClr>
              <a:buSzPts val="1000"/>
              <a:buNone/>
              <a:defRPr sz="1000"/>
            </a:lvl5pPr>
            <a:lvl6pPr marL="2743200" lvl="5" indent="-228600" algn="l">
              <a:lnSpc>
                <a:spcPct val="90000"/>
              </a:lnSpc>
              <a:spcBef>
                <a:spcPts val="800"/>
              </a:spcBef>
              <a:spcAft>
                <a:spcPts val="0"/>
              </a:spcAft>
              <a:buClr>
                <a:schemeClr val="lt1"/>
              </a:buClr>
              <a:buSzPts val="1000"/>
              <a:buNone/>
              <a:defRPr sz="1000"/>
            </a:lvl6pPr>
            <a:lvl7pPr marL="3200400" lvl="6" indent="-228600" algn="l">
              <a:lnSpc>
                <a:spcPct val="90000"/>
              </a:lnSpc>
              <a:spcBef>
                <a:spcPts val="500"/>
              </a:spcBef>
              <a:spcAft>
                <a:spcPts val="0"/>
              </a:spcAft>
              <a:buClr>
                <a:schemeClr val="lt1"/>
              </a:buClr>
              <a:buSzPts val="1000"/>
              <a:buNone/>
              <a:defRPr sz="1000"/>
            </a:lvl7pPr>
            <a:lvl8pPr marL="3657600" lvl="7" indent="-228600" algn="l">
              <a:lnSpc>
                <a:spcPct val="90000"/>
              </a:lnSpc>
              <a:spcBef>
                <a:spcPts val="500"/>
              </a:spcBef>
              <a:spcAft>
                <a:spcPts val="0"/>
              </a:spcAft>
              <a:buClr>
                <a:schemeClr val="lt1"/>
              </a:buClr>
              <a:buSzPts val="1000"/>
              <a:buNone/>
              <a:defRPr sz="1000"/>
            </a:lvl8pPr>
            <a:lvl9pPr marL="4114800" lvl="8" indent="-228600" algn="l">
              <a:lnSpc>
                <a:spcPct val="90000"/>
              </a:lnSpc>
              <a:spcBef>
                <a:spcPts val="500"/>
              </a:spcBef>
              <a:spcAft>
                <a:spcPts val="0"/>
              </a:spcAft>
              <a:buClr>
                <a:schemeClr val="lt1"/>
              </a:buClr>
              <a:buSzPts val="1000"/>
              <a:buNone/>
              <a:defRPr sz="1000"/>
            </a:lvl9pPr>
          </a:lstStyle>
          <a:p>
            <a:endParaRPr/>
          </a:p>
        </p:txBody>
      </p:sp>
      <p:sp>
        <p:nvSpPr>
          <p:cNvPr id="95" name="Google Shape;95;p47"/>
          <p:cNvSpPr txBox="1">
            <a:spLocks noGrp="1"/>
          </p:cNvSpPr>
          <p:nvPr>
            <p:ph type="dt" idx="10"/>
          </p:nvPr>
        </p:nvSpPr>
        <p:spPr>
          <a:xfrm>
            <a:off x="550863" y="6507212"/>
            <a:ext cx="2628900" cy="153888"/>
          </a:xfrm>
          <a:prstGeom prst="rect">
            <a:avLst/>
          </a:prstGeom>
          <a:noFill/>
          <a:ln>
            <a:noFill/>
          </a:ln>
        </p:spPr>
        <p:txBody>
          <a:bodyPr spcFirstLastPara="1" wrap="square" lIns="0" tIns="0" rIns="0" bIns="0" anchor="ctr" anchorCtr="0">
            <a:spAutoFit/>
          </a:bodyPr>
          <a:lstStyle>
            <a:lvl1pPr lvl="0" algn="l">
              <a:spcBef>
                <a:spcPts val="0"/>
              </a:spcBef>
              <a:spcAft>
                <a:spcPts val="0"/>
              </a:spcAft>
              <a:buSzPts val="1400"/>
              <a:buNone/>
              <a:defRPr/>
            </a:lvl1pPr>
            <a:lvl2pPr lvl="1" algn="l">
              <a:spcBef>
                <a:spcPts val="0"/>
              </a:spcBef>
              <a:spcAft>
                <a:spcPts val="0"/>
              </a:spcAft>
              <a:buSzPts val="1400"/>
              <a:buNone/>
              <a:defRPr/>
            </a:lvl2pPr>
            <a:lvl3pPr lvl="2" algn="l">
              <a:spcBef>
                <a:spcPts val="0"/>
              </a:spcBef>
              <a:spcAft>
                <a:spcPts val="0"/>
              </a:spcAft>
              <a:buSzPts val="1400"/>
              <a:buNone/>
              <a:defRPr/>
            </a:lvl3pPr>
            <a:lvl4pPr lvl="3" algn="l">
              <a:spcBef>
                <a:spcPts val="0"/>
              </a:spcBef>
              <a:spcAft>
                <a:spcPts val="0"/>
              </a:spcAft>
              <a:buSzPts val="1400"/>
              <a:buNone/>
              <a:defRPr/>
            </a:lvl4pPr>
            <a:lvl5pPr lvl="4" algn="l">
              <a:spcBef>
                <a:spcPts val="0"/>
              </a:spcBef>
              <a:spcAft>
                <a:spcPts val="0"/>
              </a:spcAft>
              <a:buSzPts val="1400"/>
              <a:buNone/>
              <a:defRPr/>
            </a:lvl5pPr>
            <a:lvl6pPr lvl="5" algn="l">
              <a:spcBef>
                <a:spcPts val="0"/>
              </a:spcBef>
              <a:spcAft>
                <a:spcPts val="0"/>
              </a:spcAft>
              <a:buSzPts val="1400"/>
              <a:buNone/>
              <a:defRPr/>
            </a:lvl6pPr>
            <a:lvl7pPr lvl="6" algn="l">
              <a:spcBef>
                <a:spcPts val="0"/>
              </a:spcBef>
              <a:spcAft>
                <a:spcPts val="0"/>
              </a:spcAft>
              <a:buSzPts val="1400"/>
              <a:buNone/>
              <a:defRPr/>
            </a:lvl7pPr>
            <a:lvl8pPr lvl="7" algn="l">
              <a:spcBef>
                <a:spcPts val="0"/>
              </a:spcBef>
              <a:spcAft>
                <a:spcPts val="0"/>
              </a:spcAft>
              <a:buSzPts val="1400"/>
              <a:buNone/>
              <a:defRPr/>
            </a:lvl8pPr>
            <a:lvl9pPr lvl="8" algn="l">
              <a:spcBef>
                <a:spcPts val="0"/>
              </a:spcBef>
              <a:spcAft>
                <a:spcPts val="0"/>
              </a:spcAft>
              <a:buSzPts val="1400"/>
              <a:buNone/>
              <a:defRPr/>
            </a:lvl9pPr>
          </a:lstStyle>
          <a:p>
            <a:endParaRPr/>
          </a:p>
        </p:txBody>
      </p:sp>
      <p:sp>
        <p:nvSpPr>
          <p:cNvPr id="96" name="Google Shape;96;p47"/>
          <p:cNvSpPr txBox="1">
            <a:spLocks noGrp="1"/>
          </p:cNvSpPr>
          <p:nvPr>
            <p:ph type="ftr" idx="11"/>
          </p:nvPr>
        </p:nvSpPr>
        <p:spPr>
          <a:xfrm>
            <a:off x="3359150" y="6507212"/>
            <a:ext cx="6379210" cy="153888"/>
          </a:xfrm>
          <a:prstGeom prst="rect">
            <a:avLst/>
          </a:prstGeom>
          <a:noFill/>
          <a:ln>
            <a:noFill/>
          </a:ln>
        </p:spPr>
        <p:txBody>
          <a:bodyPr spcFirstLastPara="1" wrap="square" lIns="0" tIns="0" rIns="0" bIns="0" anchor="ctr" anchorCtr="0">
            <a:spAutoFit/>
          </a:bodyPr>
          <a:lstStyle>
            <a:lvl1pPr lvl="0" algn="l">
              <a:spcBef>
                <a:spcPts val="0"/>
              </a:spcBef>
              <a:spcAft>
                <a:spcPts val="0"/>
              </a:spcAft>
              <a:buSzPts val="1400"/>
              <a:buNone/>
              <a:defRPr/>
            </a:lvl1pPr>
            <a:lvl2pPr lvl="1" algn="l">
              <a:spcBef>
                <a:spcPts val="0"/>
              </a:spcBef>
              <a:spcAft>
                <a:spcPts val="0"/>
              </a:spcAft>
              <a:buSzPts val="1400"/>
              <a:buNone/>
              <a:defRPr/>
            </a:lvl2pPr>
            <a:lvl3pPr lvl="2" algn="l">
              <a:spcBef>
                <a:spcPts val="0"/>
              </a:spcBef>
              <a:spcAft>
                <a:spcPts val="0"/>
              </a:spcAft>
              <a:buSzPts val="1400"/>
              <a:buNone/>
              <a:defRPr/>
            </a:lvl3pPr>
            <a:lvl4pPr lvl="3" algn="l">
              <a:spcBef>
                <a:spcPts val="0"/>
              </a:spcBef>
              <a:spcAft>
                <a:spcPts val="0"/>
              </a:spcAft>
              <a:buSzPts val="1400"/>
              <a:buNone/>
              <a:defRPr/>
            </a:lvl4pPr>
            <a:lvl5pPr lvl="4" algn="l">
              <a:spcBef>
                <a:spcPts val="0"/>
              </a:spcBef>
              <a:spcAft>
                <a:spcPts val="0"/>
              </a:spcAft>
              <a:buSzPts val="1400"/>
              <a:buNone/>
              <a:defRPr/>
            </a:lvl5pPr>
            <a:lvl6pPr lvl="5" algn="l">
              <a:spcBef>
                <a:spcPts val="0"/>
              </a:spcBef>
              <a:spcAft>
                <a:spcPts val="0"/>
              </a:spcAft>
              <a:buSzPts val="1400"/>
              <a:buNone/>
              <a:defRPr/>
            </a:lvl6pPr>
            <a:lvl7pPr lvl="6" algn="l">
              <a:spcBef>
                <a:spcPts val="0"/>
              </a:spcBef>
              <a:spcAft>
                <a:spcPts val="0"/>
              </a:spcAft>
              <a:buSzPts val="1400"/>
              <a:buNone/>
              <a:defRPr/>
            </a:lvl7pPr>
            <a:lvl8pPr lvl="7" algn="l">
              <a:spcBef>
                <a:spcPts val="0"/>
              </a:spcBef>
              <a:spcAft>
                <a:spcPts val="0"/>
              </a:spcAft>
              <a:buSzPts val="1400"/>
              <a:buNone/>
              <a:defRPr/>
            </a:lvl8pPr>
            <a:lvl9pPr lvl="8" algn="l">
              <a:spcBef>
                <a:spcPts val="0"/>
              </a:spcBef>
              <a:spcAft>
                <a:spcPts val="0"/>
              </a:spcAft>
              <a:buSzPts val="1400"/>
              <a:buNone/>
              <a:defRPr/>
            </a:lvl9pPr>
          </a:lstStyle>
          <a:p>
            <a:endParaRPr/>
          </a:p>
        </p:txBody>
      </p:sp>
      <p:sp>
        <p:nvSpPr>
          <p:cNvPr id="97" name="Google Shape;97;p47"/>
          <p:cNvSpPr txBox="1">
            <a:spLocks noGrp="1"/>
          </p:cNvSpPr>
          <p:nvPr>
            <p:ph type="sldNum" idx="12"/>
          </p:nvPr>
        </p:nvSpPr>
        <p:spPr>
          <a:xfrm>
            <a:off x="9948863" y="6507212"/>
            <a:ext cx="1692274" cy="153888"/>
          </a:xfrm>
          <a:prstGeom prst="rect">
            <a:avLst/>
          </a:prstGeom>
          <a:noFill/>
          <a:ln>
            <a:noFill/>
          </a:ln>
        </p:spPr>
        <p:txBody>
          <a:bodyPr spcFirstLastPara="1" wrap="square" lIns="0" tIns="0" rIns="0" bIns="0" anchor="ctr" anchorCtr="0">
            <a:spAutoFit/>
          </a:bodyPr>
          <a:lstStyle>
            <a:lvl1pPr marL="0" lvl="0" indent="0" algn="r">
              <a:spcBef>
                <a:spcPts val="0"/>
              </a:spcBef>
              <a:buNone/>
              <a:defRPr/>
            </a:lvl1pPr>
            <a:lvl2pPr marL="0" lvl="1" indent="0" algn="r">
              <a:spcBef>
                <a:spcPts val="0"/>
              </a:spcBef>
              <a:buNone/>
              <a:defRPr/>
            </a:lvl2pPr>
            <a:lvl3pPr marL="0" lvl="2" indent="0" algn="r">
              <a:spcBef>
                <a:spcPts val="0"/>
              </a:spcBef>
              <a:buNone/>
              <a:defRPr/>
            </a:lvl3pPr>
            <a:lvl4pPr marL="0" lvl="3" indent="0" algn="r">
              <a:spcBef>
                <a:spcPts val="0"/>
              </a:spcBef>
              <a:buNone/>
              <a:defRPr/>
            </a:lvl4pPr>
            <a:lvl5pPr marL="0" lvl="4" indent="0" algn="r">
              <a:spcBef>
                <a:spcPts val="0"/>
              </a:spcBef>
              <a:buNone/>
              <a:defRPr/>
            </a:lvl5pPr>
            <a:lvl6pPr marL="0" lvl="5" indent="0" algn="r">
              <a:spcBef>
                <a:spcPts val="0"/>
              </a:spcBef>
              <a:buNone/>
              <a:defRPr/>
            </a:lvl6pPr>
            <a:lvl7pPr marL="0" lvl="6" indent="0" algn="r">
              <a:spcBef>
                <a:spcPts val="0"/>
              </a:spcBef>
              <a:buNone/>
              <a:defRPr/>
            </a:lvl7pPr>
            <a:lvl8pPr marL="0" lvl="7" indent="0" algn="r">
              <a:spcBef>
                <a:spcPts val="0"/>
              </a:spcBef>
              <a:buNone/>
              <a:defRPr/>
            </a:lvl8pPr>
            <a:lvl9pPr marL="0" lvl="8" indent="0" algn="r">
              <a:spcBef>
                <a:spcPts val="0"/>
              </a:spcBef>
              <a:buNone/>
              <a:defRPr/>
            </a:lvl9pPr>
          </a:lstStyle>
          <a:p>
            <a:pPr marL="0" lvl="0" indent="0" algn="r" rtl="0">
              <a:spcBef>
                <a:spcPts val="0"/>
              </a:spcBef>
              <a:spcAft>
                <a:spcPts val="0"/>
              </a:spcAft>
              <a:buNone/>
            </a:pPr>
            <a:fld id="{00000000-1234-1234-1234-123412341234}" type="slidenum">
              <a:rPr lang="en-US"/>
              <a:t>‹#›</a:t>
            </a:fld>
            <a:endParaRPr/>
          </a:p>
        </p:txBody>
      </p:sp>
    </p:spTree>
  </p:cSld>
  <p:clrMapOvr>
    <a:masterClrMapping/>
  </p:clrMapOvr>
</p:sldLayout>
</file>

<file path=ppt/slideLayouts/slideLayout9.xml><?xml version="1.0" encoding="utf-8"?>
<p:sldLayout xmlns:a="http://schemas.openxmlformats.org/drawingml/2006/main" xmlns:r="http://schemas.openxmlformats.org/officeDocument/2006/relationships" xmlns:p="http://schemas.openxmlformats.org/presentationml/2006/main" matchingName="Picture with Caption" type="picTx">
  <p:cSld name="PICTURE_WITH_CAPTION_TEXT">
    <p:spTree>
      <p:nvGrpSpPr>
        <p:cNvPr id="1" name="Shape 98"/>
        <p:cNvGrpSpPr/>
        <p:nvPr/>
      </p:nvGrpSpPr>
      <p:grpSpPr>
        <a:xfrm>
          <a:off x="0" y="0"/>
          <a:ext cx="0" cy="0"/>
          <a:chOff x="0" y="0"/>
          <a:chExt cx="0" cy="0"/>
        </a:xfrm>
      </p:grpSpPr>
      <p:grpSp>
        <p:nvGrpSpPr>
          <p:cNvPr id="99" name="Google Shape;99;p48"/>
          <p:cNvGrpSpPr/>
          <p:nvPr/>
        </p:nvGrpSpPr>
        <p:grpSpPr>
          <a:xfrm>
            <a:off x="220889" y="4984670"/>
            <a:ext cx="897877" cy="934082"/>
            <a:chOff x="5129684" y="1232940"/>
            <a:chExt cx="897877" cy="934082"/>
          </a:xfrm>
        </p:grpSpPr>
        <p:sp>
          <p:nvSpPr>
            <p:cNvPr id="100" name="Google Shape;100;p48"/>
            <p:cNvSpPr/>
            <p:nvPr/>
          </p:nvSpPr>
          <p:spPr>
            <a:xfrm rot="1800000">
              <a:off x="5356930" y="1363788"/>
              <a:ext cx="621086" cy="364601"/>
            </a:xfrm>
            <a:custGeom>
              <a:avLst/>
              <a:gdLst/>
              <a:ahLst/>
              <a:cxnLst/>
              <a:rect l="l" t="t" r="r" b="b"/>
              <a:pathLst>
                <a:path w="540" h="317" extrusionOk="0">
                  <a:moveTo>
                    <a:pt x="266" y="0"/>
                  </a:moveTo>
                  <a:lnTo>
                    <a:pt x="0" y="158"/>
                  </a:lnTo>
                  <a:lnTo>
                    <a:pt x="266" y="317"/>
                  </a:lnTo>
                  <a:lnTo>
                    <a:pt x="540" y="158"/>
                  </a:lnTo>
                  <a:lnTo>
                    <a:pt x="266" y="0"/>
                  </a:lnTo>
                  <a:close/>
                </a:path>
              </a:pathLst>
            </a:custGeom>
            <a:gradFill>
              <a:gsLst>
                <a:gs pos="0">
                  <a:srgbClr val="2B274A">
                    <a:alpha val="20000"/>
                  </a:srgbClr>
                </a:gs>
                <a:gs pos="20000">
                  <a:srgbClr val="2B274A">
                    <a:alpha val="20000"/>
                  </a:srgbClr>
                </a:gs>
                <a:gs pos="100000">
                  <a:srgbClr val="59EFC0">
                    <a:alpha val="20000"/>
                  </a:srgbClr>
                </a:gs>
              </a:gsLst>
              <a:lin ang="0" scaled="0"/>
            </a:gradFill>
            <a:ln>
              <a:noFill/>
            </a:ln>
          </p:spPr>
          <p:txBody>
            <a:bodyPr spcFirstLastPara="1" wrap="square" lIns="91425" tIns="45700" rIns="91425" bIns="45700" anchor="ctr" anchorCtr="0">
              <a:noAutofit/>
            </a:bodyPr>
            <a:lstStyle/>
            <a:p>
              <a:pPr marL="0" marR="0" lvl="0" indent="0" algn="ctr" rtl="0">
                <a:spcBef>
                  <a:spcPts val="0"/>
                </a:spcBef>
                <a:spcAft>
                  <a:spcPts val="0"/>
                </a:spcAft>
                <a:buNone/>
              </a:pPr>
              <a:endParaRPr sz="1800">
                <a:solidFill>
                  <a:schemeClr val="lt1"/>
                </a:solidFill>
                <a:latin typeface="Arial"/>
                <a:ea typeface="Arial"/>
                <a:cs typeface="Arial"/>
                <a:sym typeface="Arial"/>
              </a:endParaRPr>
            </a:p>
          </p:txBody>
        </p:sp>
        <p:sp>
          <p:nvSpPr>
            <p:cNvPr id="101" name="Google Shape;101;p48"/>
            <p:cNvSpPr/>
            <p:nvPr/>
          </p:nvSpPr>
          <p:spPr>
            <a:xfrm rot="1800000">
              <a:off x="5243759" y="1430747"/>
              <a:ext cx="305942" cy="538275"/>
            </a:xfrm>
            <a:custGeom>
              <a:avLst/>
              <a:gdLst/>
              <a:ahLst/>
              <a:cxnLst/>
              <a:rect l="l" t="t" r="r" b="b"/>
              <a:pathLst>
                <a:path w="266" h="468" extrusionOk="0">
                  <a:moveTo>
                    <a:pt x="266" y="468"/>
                  </a:moveTo>
                  <a:lnTo>
                    <a:pt x="0" y="310"/>
                  </a:lnTo>
                  <a:lnTo>
                    <a:pt x="0" y="310"/>
                  </a:lnTo>
                  <a:lnTo>
                    <a:pt x="0" y="0"/>
                  </a:lnTo>
                  <a:lnTo>
                    <a:pt x="0" y="0"/>
                  </a:lnTo>
                  <a:lnTo>
                    <a:pt x="266" y="159"/>
                  </a:lnTo>
                  <a:lnTo>
                    <a:pt x="266" y="468"/>
                  </a:lnTo>
                  <a:close/>
                </a:path>
              </a:pathLst>
            </a:custGeom>
            <a:gradFill>
              <a:gsLst>
                <a:gs pos="0">
                  <a:srgbClr val="2B274A">
                    <a:alpha val="20000"/>
                  </a:srgbClr>
                </a:gs>
                <a:gs pos="20000">
                  <a:srgbClr val="2B274A">
                    <a:alpha val="20000"/>
                  </a:srgbClr>
                </a:gs>
                <a:gs pos="100000">
                  <a:srgbClr val="59EFC0">
                    <a:alpha val="20000"/>
                  </a:srgbClr>
                </a:gs>
              </a:gsLst>
              <a:lin ang="19799999" scaled="0"/>
            </a:gradFill>
            <a:ln>
              <a:noFill/>
            </a:ln>
          </p:spPr>
          <p:txBody>
            <a:bodyPr spcFirstLastPara="1" wrap="square" lIns="91425" tIns="45700" rIns="91425" bIns="45700" anchor="ctr" anchorCtr="0">
              <a:noAutofit/>
            </a:bodyPr>
            <a:lstStyle/>
            <a:p>
              <a:pPr marL="0" marR="0" lvl="0" indent="0" algn="ctr" rtl="0">
                <a:spcBef>
                  <a:spcPts val="0"/>
                </a:spcBef>
                <a:spcAft>
                  <a:spcPts val="0"/>
                </a:spcAft>
                <a:buNone/>
              </a:pPr>
              <a:endParaRPr sz="1800">
                <a:solidFill>
                  <a:schemeClr val="lt1"/>
                </a:solidFill>
                <a:latin typeface="Arial"/>
                <a:ea typeface="Arial"/>
                <a:cs typeface="Arial"/>
                <a:sym typeface="Arial"/>
              </a:endParaRPr>
            </a:p>
          </p:txBody>
        </p:sp>
        <p:sp>
          <p:nvSpPr>
            <p:cNvPr id="102" name="Google Shape;102;p48"/>
            <p:cNvSpPr/>
            <p:nvPr/>
          </p:nvSpPr>
          <p:spPr>
            <a:xfrm rot="1800000">
              <a:off x="5508097" y="1586019"/>
              <a:ext cx="315144" cy="538275"/>
            </a:xfrm>
            <a:custGeom>
              <a:avLst/>
              <a:gdLst/>
              <a:ahLst/>
              <a:cxnLst/>
              <a:rect l="l" t="t" r="r" b="b"/>
              <a:pathLst>
                <a:path w="274" h="468" extrusionOk="0">
                  <a:moveTo>
                    <a:pt x="274" y="0"/>
                  </a:moveTo>
                  <a:lnTo>
                    <a:pt x="274" y="310"/>
                  </a:lnTo>
                  <a:lnTo>
                    <a:pt x="274" y="310"/>
                  </a:lnTo>
                  <a:lnTo>
                    <a:pt x="0" y="468"/>
                  </a:lnTo>
                  <a:lnTo>
                    <a:pt x="0" y="159"/>
                  </a:lnTo>
                  <a:lnTo>
                    <a:pt x="274" y="0"/>
                  </a:lnTo>
                  <a:lnTo>
                    <a:pt x="274" y="0"/>
                  </a:lnTo>
                  <a:close/>
                </a:path>
              </a:pathLst>
            </a:custGeom>
            <a:gradFill>
              <a:gsLst>
                <a:gs pos="0">
                  <a:srgbClr val="2B274A">
                    <a:alpha val="20000"/>
                  </a:srgbClr>
                </a:gs>
                <a:gs pos="20000">
                  <a:srgbClr val="2B274A">
                    <a:alpha val="20000"/>
                  </a:srgbClr>
                </a:gs>
                <a:gs pos="100000">
                  <a:srgbClr val="59EFC0">
                    <a:alpha val="20000"/>
                  </a:srgbClr>
                </a:gs>
              </a:gsLst>
              <a:lin ang="18000000" scaled="0"/>
            </a:gradFill>
            <a:ln>
              <a:noFill/>
            </a:ln>
          </p:spPr>
          <p:txBody>
            <a:bodyPr spcFirstLastPara="1" wrap="square" lIns="91425" tIns="45700" rIns="91425" bIns="45700" anchor="ctr" anchorCtr="0">
              <a:noAutofit/>
            </a:bodyPr>
            <a:lstStyle/>
            <a:p>
              <a:pPr marL="0" marR="0" lvl="0" indent="0" algn="ctr" rtl="0">
                <a:spcBef>
                  <a:spcPts val="0"/>
                </a:spcBef>
                <a:spcAft>
                  <a:spcPts val="0"/>
                </a:spcAft>
                <a:buNone/>
              </a:pPr>
              <a:endParaRPr sz="1800">
                <a:solidFill>
                  <a:schemeClr val="lt1"/>
                </a:solidFill>
                <a:latin typeface="Arial"/>
                <a:ea typeface="Arial"/>
                <a:cs typeface="Arial"/>
                <a:sym typeface="Arial"/>
              </a:endParaRPr>
            </a:p>
          </p:txBody>
        </p:sp>
      </p:grpSp>
      <p:sp>
        <p:nvSpPr>
          <p:cNvPr id="103" name="Google Shape;103;p48"/>
          <p:cNvSpPr txBox="1">
            <a:spLocks noGrp="1"/>
          </p:cNvSpPr>
          <p:nvPr>
            <p:ph type="title"/>
          </p:nvPr>
        </p:nvSpPr>
        <p:spPr>
          <a:xfrm>
            <a:off x="550863" y="575409"/>
            <a:ext cx="4500562" cy="984885"/>
          </a:xfrm>
          <a:prstGeom prst="rect">
            <a:avLst/>
          </a:prstGeom>
          <a:noFill/>
          <a:ln>
            <a:noFill/>
          </a:ln>
        </p:spPr>
        <p:txBody>
          <a:bodyPr spcFirstLastPara="1" wrap="square" lIns="0" tIns="0" rIns="0" bIns="0" anchor="t" anchorCtr="0">
            <a:normAutofit/>
          </a:bodyPr>
          <a:lstStyle>
            <a:lvl1pPr lvl="0" algn="l">
              <a:lnSpc>
                <a:spcPct val="100000"/>
              </a:lnSpc>
              <a:spcBef>
                <a:spcPts val="0"/>
              </a:spcBef>
              <a:spcAft>
                <a:spcPts val="0"/>
              </a:spcAft>
              <a:buClr>
                <a:schemeClr val="lt1"/>
              </a:buClr>
              <a:buSzPts val="3200"/>
              <a:buFont typeface="Arial"/>
              <a:buNone/>
              <a:defRPr sz="3200"/>
            </a:lvl1pPr>
            <a:lvl2pPr lvl="1">
              <a:spcBef>
                <a:spcPts val="0"/>
              </a:spcBef>
              <a:spcAft>
                <a:spcPts val="0"/>
              </a:spcAft>
              <a:buSzPts val="1400"/>
              <a:buNone/>
              <a:defRPr/>
            </a:lvl2pPr>
            <a:lvl3pPr lvl="2">
              <a:spcBef>
                <a:spcPts val="0"/>
              </a:spcBef>
              <a:spcAft>
                <a:spcPts val="0"/>
              </a:spcAft>
              <a:buSzPts val="1400"/>
              <a:buNone/>
              <a:defRPr/>
            </a:lvl3pPr>
            <a:lvl4pPr lvl="3">
              <a:spcBef>
                <a:spcPts val="0"/>
              </a:spcBef>
              <a:spcAft>
                <a:spcPts val="0"/>
              </a:spcAft>
              <a:buSzPts val="1400"/>
              <a:buNone/>
              <a:defRPr/>
            </a:lvl4pPr>
            <a:lvl5pPr lvl="4">
              <a:spcBef>
                <a:spcPts val="0"/>
              </a:spcBef>
              <a:spcAft>
                <a:spcPts val="0"/>
              </a:spcAft>
              <a:buSzPts val="1400"/>
              <a:buNone/>
              <a:defRPr/>
            </a:lvl5pPr>
            <a:lvl6pPr lvl="5">
              <a:spcBef>
                <a:spcPts val="0"/>
              </a:spcBef>
              <a:spcAft>
                <a:spcPts val="0"/>
              </a:spcAft>
              <a:buSzPts val="1400"/>
              <a:buNone/>
              <a:defRPr/>
            </a:lvl6pPr>
            <a:lvl7pPr lvl="6">
              <a:spcBef>
                <a:spcPts val="0"/>
              </a:spcBef>
              <a:spcAft>
                <a:spcPts val="0"/>
              </a:spcAft>
              <a:buSzPts val="1400"/>
              <a:buNone/>
              <a:defRPr/>
            </a:lvl7pPr>
            <a:lvl8pPr lvl="7">
              <a:spcBef>
                <a:spcPts val="0"/>
              </a:spcBef>
              <a:spcAft>
                <a:spcPts val="0"/>
              </a:spcAft>
              <a:buSzPts val="1400"/>
              <a:buNone/>
              <a:defRPr/>
            </a:lvl8pPr>
            <a:lvl9pPr lvl="8">
              <a:spcBef>
                <a:spcPts val="0"/>
              </a:spcBef>
              <a:spcAft>
                <a:spcPts val="0"/>
              </a:spcAft>
              <a:buSzPts val="1400"/>
              <a:buNone/>
              <a:defRPr/>
            </a:lvl9pPr>
          </a:lstStyle>
          <a:p>
            <a:endParaRPr/>
          </a:p>
        </p:txBody>
      </p:sp>
      <p:sp>
        <p:nvSpPr>
          <p:cNvPr id="104" name="Google Shape;104;p48"/>
          <p:cNvSpPr>
            <a:spLocks noGrp="1"/>
          </p:cNvSpPr>
          <p:nvPr>
            <p:ph type="pic" idx="2"/>
          </p:nvPr>
        </p:nvSpPr>
        <p:spPr>
          <a:xfrm>
            <a:off x="5267324" y="575409"/>
            <a:ext cx="6373813" cy="5733316"/>
          </a:xfrm>
          <a:prstGeom prst="rect">
            <a:avLst/>
          </a:prstGeom>
          <a:noFill/>
          <a:ln>
            <a:noFill/>
          </a:ln>
        </p:spPr>
      </p:sp>
      <p:sp>
        <p:nvSpPr>
          <p:cNvPr id="105" name="Google Shape;105;p48"/>
          <p:cNvSpPr txBox="1">
            <a:spLocks noGrp="1"/>
          </p:cNvSpPr>
          <p:nvPr>
            <p:ph type="body" idx="1"/>
          </p:nvPr>
        </p:nvSpPr>
        <p:spPr>
          <a:xfrm>
            <a:off x="550863" y="1776195"/>
            <a:ext cx="4500562" cy="4532530"/>
          </a:xfrm>
          <a:prstGeom prst="rect">
            <a:avLst/>
          </a:prstGeom>
          <a:noFill/>
          <a:ln>
            <a:noFill/>
          </a:ln>
        </p:spPr>
        <p:txBody>
          <a:bodyPr spcFirstLastPara="1" wrap="square" lIns="0" tIns="0" rIns="0" bIns="0" anchor="t" anchorCtr="0">
            <a:normAutofit/>
          </a:bodyPr>
          <a:lstStyle>
            <a:lvl1pPr marL="457200" lvl="0" indent="-228600" algn="l">
              <a:lnSpc>
                <a:spcPct val="110000"/>
              </a:lnSpc>
              <a:spcBef>
                <a:spcPts val="1000"/>
              </a:spcBef>
              <a:spcAft>
                <a:spcPts val="0"/>
              </a:spcAft>
              <a:buClr>
                <a:schemeClr val="lt1"/>
              </a:buClr>
              <a:buSzPts val="1600"/>
              <a:buNone/>
              <a:defRPr sz="1600"/>
            </a:lvl1pPr>
            <a:lvl2pPr marL="914400" lvl="1" indent="-228600" algn="l">
              <a:lnSpc>
                <a:spcPct val="110000"/>
              </a:lnSpc>
              <a:spcBef>
                <a:spcPts val="800"/>
              </a:spcBef>
              <a:spcAft>
                <a:spcPts val="0"/>
              </a:spcAft>
              <a:buClr>
                <a:schemeClr val="lt1"/>
              </a:buClr>
              <a:buSzPts val="1400"/>
              <a:buNone/>
              <a:defRPr sz="1400"/>
            </a:lvl2pPr>
            <a:lvl3pPr marL="1371600" lvl="2" indent="-228600" algn="l">
              <a:lnSpc>
                <a:spcPct val="110000"/>
              </a:lnSpc>
              <a:spcBef>
                <a:spcPts val="800"/>
              </a:spcBef>
              <a:spcAft>
                <a:spcPts val="0"/>
              </a:spcAft>
              <a:buClr>
                <a:schemeClr val="lt1"/>
              </a:buClr>
              <a:buSzPts val="1200"/>
              <a:buNone/>
              <a:defRPr sz="1200"/>
            </a:lvl3pPr>
            <a:lvl4pPr marL="1828800" lvl="3" indent="-228600" algn="l">
              <a:lnSpc>
                <a:spcPct val="110000"/>
              </a:lnSpc>
              <a:spcBef>
                <a:spcPts val="800"/>
              </a:spcBef>
              <a:spcAft>
                <a:spcPts val="0"/>
              </a:spcAft>
              <a:buClr>
                <a:schemeClr val="lt1"/>
              </a:buClr>
              <a:buSzPts val="1000"/>
              <a:buNone/>
              <a:defRPr sz="1000"/>
            </a:lvl4pPr>
            <a:lvl5pPr marL="2286000" lvl="4" indent="-228600" algn="l">
              <a:lnSpc>
                <a:spcPct val="110000"/>
              </a:lnSpc>
              <a:spcBef>
                <a:spcPts val="800"/>
              </a:spcBef>
              <a:spcAft>
                <a:spcPts val="0"/>
              </a:spcAft>
              <a:buClr>
                <a:schemeClr val="lt1"/>
              </a:buClr>
              <a:buSzPts val="1000"/>
              <a:buNone/>
              <a:defRPr sz="1000"/>
            </a:lvl5pPr>
            <a:lvl6pPr marL="2743200" lvl="5" indent="-228600" algn="l">
              <a:lnSpc>
                <a:spcPct val="90000"/>
              </a:lnSpc>
              <a:spcBef>
                <a:spcPts val="800"/>
              </a:spcBef>
              <a:spcAft>
                <a:spcPts val="0"/>
              </a:spcAft>
              <a:buClr>
                <a:schemeClr val="lt1"/>
              </a:buClr>
              <a:buSzPts val="1000"/>
              <a:buNone/>
              <a:defRPr sz="1000"/>
            </a:lvl6pPr>
            <a:lvl7pPr marL="3200400" lvl="6" indent="-228600" algn="l">
              <a:lnSpc>
                <a:spcPct val="90000"/>
              </a:lnSpc>
              <a:spcBef>
                <a:spcPts val="500"/>
              </a:spcBef>
              <a:spcAft>
                <a:spcPts val="0"/>
              </a:spcAft>
              <a:buClr>
                <a:schemeClr val="lt1"/>
              </a:buClr>
              <a:buSzPts val="1000"/>
              <a:buNone/>
              <a:defRPr sz="1000"/>
            </a:lvl7pPr>
            <a:lvl8pPr marL="3657600" lvl="7" indent="-228600" algn="l">
              <a:lnSpc>
                <a:spcPct val="90000"/>
              </a:lnSpc>
              <a:spcBef>
                <a:spcPts val="500"/>
              </a:spcBef>
              <a:spcAft>
                <a:spcPts val="0"/>
              </a:spcAft>
              <a:buClr>
                <a:schemeClr val="lt1"/>
              </a:buClr>
              <a:buSzPts val="1000"/>
              <a:buNone/>
              <a:defRPr sz="1000"/>
            </a:lvl8pPr>
            <a:lvl9pPr marL="4114800" lvl="8" indent="-228600" algn="l">
              <a:lnSpc>
                <a:spcPct val="90000"/>
              </a:lnSpc>
              <a:spcBef>
                <a:spcPts val="500"/>
              </a:spcBef>
              <a:spcAft>
                <a:spcPts val="0"/>
              </a:spcAft>
              <a:buClr>
                <a:schemeClr val="lt1"/>
              </a:buClr>
              <a:buSzPts val="1000"/>
              <a:buNone/>
              <a:defRPr sz="1000"/>
            </a:lvl9pPr>
          </a:lstStyle>
          <a:p>
            <a:endParaRPr/>
          </a:p>
        </p:txBody>
      </p:sp>
      <p:sp>
        <p:nvSpPr>
          <p:cNvPr id="106" name="Google Shape;106;p48"/>
          <p:cNvSpPr txBox="1">
            <a:spLocks noGrp="1"/>
          </p:cNvSpPr>
          <p:nvPr>
            <p:ph type="dt" idx="10"/>
          </p:nvPr>
        </p:nvSpPr>
        <p:spPr>
          <a:xfrm>
            <a:off x="550863" y="6507212"/>
            <a:ext cx="2628900" cy="153888"/>
          </a:xfrm>
          <a:prstGeom prst="rect">
            <a:avLst/>
          </a:prstGeom>
          <a:noFill/>
          <a:ln>
            <a:noFill/>
          </a:ln>
        </p:spPr>
        <p:txBody>
          <a:bodyPr spcFirstLastPara="1" wrap="square" lIns="0" tIns="0" rIns="0" bIns="0" anchor="ctr" anchorCtr="0">
            <a:spAutoFit/>
          </a:bodyPr>
          <a:lstStyle>
            <a:lvl1pPr lvl="0" algn="l">
              <a:spcBef>
                <a:spcPts val="0"/>
              </a:spcBef>
              <a:spcAft>
                <a:spcPts val="0"/>
              </a:spcAft>
              <a:buSzPts val="1400"/>
              <a:buNone/>
              <a:defRPr/>
            </a:lvl1pPr>
            <a:lvl2pPr lvl="1" algn="l">
              <a:spcBef>
                <a:spcPts val="0"/>
              </a:spcBef>
              <a:spcAft>
                <a:spcPts val="0"/>
              </a:spcAft>
              <a:buSzPts val="1400"/>
              <a:buNone/>
              <a:defRPr/>
            </a:lvl2pPr>
            <a:lvl3pPr lvl="2" algn="l">
              <a:spcBef>
                <a:spcPts val="0"/>
              </a:spcBef>
              <a:spcAft>
                <a:spcPts val="0"/>
              </a:spcAft>
              <a:buSzPts val="1400"/>
              <a:buNone/>
              <a:defRPr/>
            </a:lvl3pPr>
            <a:lvl4pPr lvl="3" algn="l">
              <a:spcBef>
                <a:spcPts val="0"/>
              </a:spcBef>
              <a:spcAft>
                <a:spcPts val="0"/>
              </a:spcAft>
              <a:buSzPts val="1400"/>
              <a:buNone/>
              <a:defRPr/>
            </a:lvl4pPr>
            <a:lvl5pPr lvl="4" algn="l">
              <a:spcBef>
                <a:spcPts val="0"/>
              </a:spcBef>
              <a:spcAft>
                <a:spcPts val="0"/>
              </a:spcAft>
              <a:buSzPts val="1400"/>
              <a:buNone/>
              <a:defRPr/>
            </a:lvl5pPr>
            <a:lvl6pPr lvl="5" algn="l">
              <a:spcBef>
                <a:spcPts val="0"/>
              </a:spcBef>
              <a:spcAft>
                <a:spcPts val="0"/>
              </a:spcAft>
              <a:buSzPts val="1400"/>
              <a:buNone/>
              <a:defRPr/>
            </a:lvl6pPr>
            <a:lvl7pPr lvl="6" algn="l">
              <a:spcBef>
                <a:spcPts val="0"/>
              </a:spcBef>
              <a:spcAft>
                <a:spcPts val="0"/>
              </a:spcAft>
              <a:buSzPts val="1400"/>
              <a:buNone/>
              <a:defRPr/>
            </a:lvl7pPr>
            <a:lvl8pPr lvl="7" algn="l">
              <a:spcBef>
                <a:spcPts val="0"/>
              </a:spcBef>
              <a:spcAft>
                <a:spcPts val="0"/>
              </a:spcAft>
              <a:buSzPts val="1400"/>
              <a:buNone/>
              <a:defRPr/>
            </a:lvl8pPr>
            <a:lvl9pPr lvl="8" algn="l">
              <a:spcBef>
                <a:spcPts val="0"/>
              </a:spcBef>
              <a:spcAft>
                <a:spcPts val="0"/>
              </a:spcAft>
              <a:buSzPts val="1400"/>
              <a:buNone/>
              <a:defRPr/>
            </a:lvl9pPr>
          </a:lstStyle>
          <a:p>
            <a:endParaRPr/>
          </a:p>
        </p:txBody>
      </p:sp>
      <p:sp>
        <p:nvSpPr>
          <p:cNvPr id="107" name="Google Shape;107;p48"/>
          <p:cNvSpPr txBox="1">
            <a:spLocks noGrp="1"/>
          </p:cNvSpPr>
          <p:nvPr>
            <p:ph type="ftr" idx="11"/>
          </p:nvPr>
        </p:nvSpPr>
        <p:spPr>
          <a:xfrm>
            <a:off x="3359150" y="6507212"/>
            <a:ext cx="6379210" cy="153888"/>
          </a:xfrm>
          <a:prstGeom prst="rect">
            <a:avLst/>
          </a:prstGeom>
          <a:noFill/>
          <a:ln>
            <a:noFill/>
          </a:ln>
        </p:spPr>
        <p:txBody>
          <a:bodyPr spcFirstLastPara="1" wrap="square" lIns="0" tIns="0" rIns="0" bIns="0" anchor="ctr" anchorCtr="0">
            <a:spAutoFit/>
          </a:bodyPr>
          <a:lstStyle>
            <a:lvl1pPr lvl="0" algn="l">
              <a:spcBef>
                <a:spcPts val="0"/>
              </a:spcBef>
              <a:spcAft>
                <a:spcPts val="0"/>
              </a:spcAft>
              <a:buSzPts val="1400"/>
              <a:buNone/>
              <a:defRPr/>
            </a:lvl1pPr>
            <a:lvl2pPr lvl="1" algn="l">
              <a:spcBef>
                <a:spcPts val="0"/>
              </a:spcBef>
              <a:spcAft>
                <a:spcPts val="0"/>
              </a:spcAft>
              <a:buSzPts val="1400"/>
              <a:buNone/>
              <a:defRPr/>
            </a:lvl2pPr>
            <a:lvl3pPr lvl="2" algn="l">
              <a:spcBef>
                <a:spcPts val="0"/>
              </a:spcBef>
              <a:spcAft>
                <a:spcPts val="0"/>
              </a:spcAft>
              <a:buSzPts val="1400"/>
              <a:buNone/>
              <a:defRPr/>
            </a:lvl3pPr>
            <a:lvl4pPr lvl="3" algn="l">
              <a:spcBef>
                <a:spcPts val="0"/>
              </a:spcBef>
              <a:spcAft>
                <a:spcPts val="0"/>
              </a:spcAft>
              <a:buSzPts val="1400"/>
              <a:buNone/>
              <a:defRPr/>
            </a:lvl4pPr>
            <a:lvl5pPr lvl="4" algn="l">
              <a:spcBef>
                <a:spcPts val="0"/>
              </a:spcBef>
              <a:spcAft>
                <a:spcPts val="0"/>
              </a:spcAft>
              <a:buSzPts val="1400"/>
              <a:buNone/>
              <a:defRPr/>
            </a:lvl5pPr>
            <a:lvl6pPr lvl="5" algn="l">
              <a:spcBef>
                <a:spcPts val="0"/>
              </a:spcBef>
              <a:spcAft>
                <a:spcPts val="0"/>
              </a:spcAft>
              <a:buSzPts val="1400"/>
              <a:buNone/>
              <a:defRPr/>
            </a:lvl6pPr>
            <a:lvl7pPr lvl="6" algn="l">
              <a:spcBef>
                <a:spcPts val="0"/>
              </a:spcBef>
              <a:spcAft>
                <a:spcPts val="0"/>
              </a:spcAft>
              <a:buSzPts val="1400"/>
              <a:buNone/>
              <a:defRPr/>
            </a:lvl7pPr>
            <a:lvl8pPr lvl="7" algn="l">
              <a:spcBef>
                <a:spcPts val="0"/>
              </a:spcBef>
              <a:spcAft>
                <a:spcPts val="0"/>
              </a:spcAft>
              <a:buSzPts val="1400"/>
              <a:buNone/>
              <a:defRPr/>
            </a:lvl8pPr>
            <a:lvl9pPr lvl="8" algn="l">
              <a:spcBef>
                <a:spcPts val="0"/>
              </a:spcBef>
              <a:spcAft>
                <a:spcPts val="0"/>
              </a:spcAft>
              <a:buSzPts val="1400"/>
              <a:buNone/>
              <a:defRPr/>
            </a:lvl9pPr>
          </a:lstStyle>
          <a:p>
            <a:endParaRPr/>
          </a:p>
        </p:txBody>
      </p:sp>
      <p:sp>
        <p:nvSpPr>
          <p:cNvPr id="108" name="Google Shape;108;p48"/>
          <p:cNvSpPr txBox="1">
            <a:spLocks noGrp="1"/>
          </p:cNvSpPr>
          <p:nvPr>
            <p:ph type="sldNum" idx="12"/>
          </p:nvPr>
        </p:nvSpPr>
        <p:spPr>
          <a:xfrm>
            <a:off x="9948863" y="6507212"/>
            <a:ext cx="1692274" cy="153888"/>
          </a:xfrm>
          <a:prstGeom prst="rect">
            <a:avLst/>
          </a:prstGeom>
          <a:noFill/>
          <a:ln>
            <a:noFill/>
          </a:ln>
        </p:spPr>
        <p:txBody>
          <a:bodyPr spcFirstLastPara="1" wrap="square" lIns="0" tIns="0" rIns="0" bIns="0" anchor="ctr" anchorCtr="0">
            <a:spAutoFit/>
          </a:bodyPr>
          <a:lstStyle>
            <a:lvl1pPr marL="0" lvl="0" indent="0" algn="r">
              <a:spcBef>
                <a:spcPts val="0"/>
              </a:spcBef>
              <a:buNone/>
              <a:defRPr/>
            </a:lvl1pPr>
            <a:lvl2pPr marL="0" lvl="1" indent="0" algn="r">
              <a:spcBef>
                <a:spcPts val="0"/>
              </a:spcBef>
              <a:buNone/>
              <a:defRPr/>
            </a:lvl2pPr>
            <a:lvl3pPr marL="0" lvl="2" indent="0" algn="r">
              <a:spcBef>
                <a:spcPts val="0"/>
              </a:spcBef>
              <a:buNone/>
              <a:defRPr/>
            </a:lvl3pPr>
            <a:lvl4pPr marL="0" lvl="3" indent="0" algn="r">
              <a:spcBef>
                <a:spcPts val="0"/>
              </a:spcBef>
              <a:buNone/>
              <a:defRPr/>
            </a:lvl4pPr>
            <a:lvl5pPr marL="0" lvl="4" indent="0" algn="r">
              <a:spcBef>
                <a:spcPts val="0"/>
              </a:spcBef>
              <a:buNone/>
              <a:defRPr/>
            </a:lvl5pPr>
            <a:lvl6pPr marL="0" lvl="5" indent="0" algn="r">
              <a:spcBef>
                <a:spcPts val="0"/>
              </a:spcBef>
              <a:buNone/>
              <a:defRPr/>
            </a:lvl6pPr>
            <a:lvl7pPr marL="0" lvl="6" indent="0" algn="r">
              <a:spcBef>
                <a:spcPts val="0"/>
              </a:spcBef>
              <a:buNone/>
              <a:defRPr/>
            </a:lvl7pPr>
            <a:lvl8pPr marL="0" lvl="7" indent="0" algn="r">
              <a:spcBef>
                <a:spcPts val="0"/>
              </a:spcBef>
              <a:buNone/>
              <a:defRPr/>
            </a:lvl8pPr>
            <a:lvl9pPr marL="0" lvl="8" indent="0" algn="r">
              <a:spcBef>
                <a:spcPts val="0"/>
              </a:spcBef>
              <a:buNone/>
              <a:defRPr/>
            </a:lvl9pPr>
          </a:lstStyle>
          <a:p>
            <a:pPr marL="0" lvl="0" indent="0" algn="r" rtl="0">
              <a:spcBef>
                <a:spcPts val="0"/>
              </a:spcBef>
              <a:spcAft>
                <a:spcPts val="0"/>
              </a:spcAft>
              <a:buNone/>
            </a:pPr>
            <a:fld id="{00000000-1234-1234-1234-123412341234}" type="slidenum">
              <a:rPr lang="en-US"/>
              <a:t>‹#›</a:t>
            </a:fld>
            <a:endParaRPr/>
          </a:p>
        </p:txBody>
      </p:sp>
    </p:spTree>
  </p:cSld>
  <p:clrMapOvr>
    <a:masterClrMapping/>
  </p:clrMapOvr>
</p:sldLayout>
</file>

<file path=ppt/slideLayouts/slideLayout10.xml><?xml version="1.0" encoding="utf-8"?>
<p:sldLayout xmlns:a="http://schemas.openxmlformats.org/drawingml/2006/main" xmlns:r="http://schemas.openxmlformats.org/officeDocument/2006/relationships" xmlns:p="http://schemas.openxmlformats.org/presentationml/2006/main" matchingName="Title and Vertical Text" type="vertTx">
  <p:cSld name="VERTICAL_TEXT">
    <p:spTree>
      <p:nvGrpSpPr>
        <p:cNvPr id="1" name="Shape 109"/>
        <p:cNvGrpSpPr/>
        <p:nvPr/>
      </p:nvGrpSpPr>
      <p:grpSpPr>
        <a:xfrm>
          <a:off x="0" y="0"/>
          <a:ext cx="0" cy="0"/>
          <a:chOff x="0" y="0"/>
          <a:chExt cx="0" cy="0"/>
        </a:xfrm>
      </p:grpSpPr>
      <p:sp>
        <p:nvSpPr>
          <p:cNvPr id="110" name="Google Shape;110;p49"/>
          <p:cNvSpPr txBox="1">
            <a:spLocks noGrp="1"/>
          </p:cNvSpPr>
          <p:nvPr>
            <p:ph type="title"/>
          </p:nvPr>
        </p:nvSpPr>
        <p:spPr>
          <a:xfrm>
            <a:off x="550862" y="503906"/>
            <a:ext cx="11090275" cy="1333057"/>
          </a:xfrm>
          <a:prstGeom prst="rect">
            <a:avLst/>
          </a:prstGeom>
          <a:noFill/>
          <a:ln>
            <a:noFill/>
          </a:ln>
        </p:spPr>
        <p:txBody>
          <a:bodyPr spcFirstLastPara="1" wrap="square" lIns="0" tIns="0" rIns="0" bIns="0" anchor="t" anchorCtr="0">
            <a:normAutofit/>
          </a:bodyPr>
          <a:lstStyle>
            <a:lvl1pPr lvl="0" algn="l">
              <a:lnSpc>
                <a:spcPct val="100000"/>
              </a:lnSpc>
              <a:spcBef>
                <a:spcPts val="0"/>
              </a:spcBef>
              <a:spcAft>
                <a:spcPts val="0"/>
              </a:spcAft>
              <a:buClr>
                <a:schemeClr val="lt1"/>
              </a:buClr>
              <a:buSzPts val="4800"/>
              <a:buFont typeface="Arial"/>
              <a:buNone/>
              <a:defRPr/>
            </a:lvl1pPr>
            <a:lvl2pPr lvl="1">
              <a:spcBef>
                <a:spcPts val="0"/>
              </a:spcBef>
              <a:spcAft>
                <a:spcPts val="0"/>
              </a:spcAft>
              <a:buSzPts val="1400"/>
              <a:buNone/>
              <a:defRPr/>
            </a:lvl2pPr>
            <a:lvl3pPr lvl="2">
              <a:spcBef>
                <a:spcPts val="0"/>
              </a:spcBef>
              <a:spcAft>
                <a:spcPts val="0"/>
              </a:spcAft>
              <a:buSzPts val="1400"/>
              <a:buNone/>
              <a:defRPr/>
            </a:lvl3pPr>
            <a:lvl4pPr lvl="3">
              <a:spcBef>
                <a:spcPts val="0"/>
              </a:spcBef>
              <a:spcAft>
                <a:spcPts val="0"/>
              </a:spcAft>
              <a:buSzPts val="1400"/>
              <a:buNone/>
              <a:defRPr/>
            </a:lvl4pPr>
            <a:lvl5pPr lvl="4">
              <a:spcBef>
                <a:spcPts val="0"/>
              </a:spcBef>
              <a:spcAft>
                <a:spcPts val="0"/>
              </a:spcAft>
              <a:buSzPts val="1400"/>
              <a:buNone/>
              <a:defRPr/>
            </a:lvl5pPr>
            <a:lvl6pPr lvl="5">
              <a:spcBef>
                <a:spcPts val="0"/>
              </a:spcBef>
              <a:spcAft>
                <a:spcPts val="0"/>
              </a:spcAft>
              <a:buSzPts val="1400"/>
              <a:buNone/>
              <a:defRPr/>
            </a:lvl6pPr>
            <a:lvl7pPr lvl="6">
              <a:spcBef>
                <a:spcPts val="0"/>
              </a:spcBef>
              <a:spcAft>
                <a:spcPts val="0"/>
              </a:spcAft>
              <a:buSzPts val="1400"/>
              <a:buNone/>
              <a:defRPr/>
            </a:lvl7pPr>
            <a:lvl8pPr lvl="7">
              <a:spcBef>
                <a:spcPts val="0"/>
              </a:spcBef>
              <a:spcAft>
                <a:spcPts val="0"/>
              </a:spcAft>
              <a:buSzPts val="1400"/>
              <a:buNone/>
              <a:defRPr/>
            </a:lvl8pPr>
            <a:lvl9pPr lvl="8">
              <a:spcBef>
                <a:spcPts val="0"/>
              </a:spcBef>
              <a:spcAft>
                <a:spcPts val="0"/>
              </a:spcAft>
              <a:buSzPts val="1400"/>
              <a:buNone/>
              <a:defRPr/>
            </a:lvl9pPr>
          </a:lstStyle>
          <a:p>
            <a:endParaRPr/>
          </a:p>
        </p:txBody>
      </p:sp>
      <p:sp>
        <p:nvSpPr>
          <p:cNvPr id="111" name="Google Shape;111;p49"/>
          <p:cNvSpPr txBox="1">
            <a:spLocks noGrp="1"/>
          </p:cNvSpPr>
          <p:nvPr>
            <p:ph type="body" idx="1"/>
          </p:nvPr>
        </p:nvSpPr>
        <p:spPr>
          <a:xfrm rot="5400000">
            <a:off x="4107182" y="-1442457"/>
            <a:ext cx="3978963" cy="11091600"/>
          </a:xfrm>
          <a:prstGeom prst="rect">
            <a:avLst/>
          </a:prstGeom>
          <a:noFill/>
          <a:ln>
            <a:noFill/>
          </a:ln>
        </p:spPr>
        <p:txBody>
          <a:bodyPr spcFirstLastPara="1" wrap="square" lIns="0" tIns="0" rIns="0" bIns="0" anchor="t" anchorCtr="0">
            <a:normAutofit/>
          </a:bodyPr>
          <a:lstStyle>
            <a:lvl1pPr marL="457200" lvl="0" indent="-342900" algn="l">
              <a:lnSpc>
                <a:spcPct val="110000"/>
              </a:lnSpc>
              <a:spcBef>
                <a:spcPts val="1000"/>
              </a:spcBef>
              <a:spcAft>
                <a:spcPts val="0"/>
              </a:spcAft>
              <a:buClr>
                <a:schemeClr val="lt1"/>
              </a:buClr>
              <a:buSzPts val="1800"/>
              <a:buChar char="•"/>
              <a:defRPr/>
            </a:lvl1pPr>
            <a:lvl2pPr marL="914400" lvl="1" indent="-342900" algn="l">
              <a:lnSpc>
                <a:spcPct val="110000"/>
              </a:lnSpc>
              <a:spcBef>
                <a:spcPts val="800"/>
              </a:spcBef>
              <a:spcAft>
                <a:spcPts val="0"/>
              </a:spcAft>
              <a:buClr>
                <a:schemeClr val="lt1"/>
              </a:buClr>
              <a:buSzPts val="1800"/>
              <a:buChar char="•"/>
              <a:defRPr/>
            </a:lvl2pPr>
            <a:lvl3pPr marL="1371600" lvl="2" indent="-342900" algn="l">
              <a:lnSpc>
                <a:spcPct val="110000"/>
              </a:lnSpc>
              <a:spcBef>
                <a:spcPts val="800"/>
              </a:spcBef>
              <a:spcAft>
                <a:spcPts val="0"/>
              </a:spcAft>
              <a:buClr>
                <a:schemeClr val="lt1"/>
              </a:buClr>
              <a:buSzPts val="1800"/>
              <a:buChar char="•"/>
              <a:defRPr/>
            </a:lvl3pPr>
            <a:lvl4pPr marL="1828800" lvl="3" indent="-342900" algn="l">
              <a:lnSpc>
                <a:spcPct val="110000"/>
              </a:lnSpc>
              <a:spcBef>
                <a:spcPts val="800"/>
              </a:spcBef>
              <a:spcAft>
                <a:spcPts val="0"/>
              </a:spcAft>
              <a:buClr>
                <a:schemeClr val="lt1"/>
              </a:buClr>
              <a:buSzPts val="1800"/>
              <a:buChar char="•"/>
              <a:defRPr/>
            </a:lvl4pPr>
            <a:lvl5pPr marL="2286000" lvl="4" indent="-342900" algn="l">
              <a:lnSpc>
                <a:spcPct val="110000"/>
              </a:lnSpc>
              <a:spcBef>
                <a:spcPts val="800"/>
              </a:spcBef>
              <a:spcAft>
                <a:spcPts val="0"/>
              </a:spcAft>
              <a:buClr>
                <a:schemeClr val="lt1"/>
              </a:buClr>
              <a:buSzPts val="1800"/>
              <a:buChar char="•"/>
              <a:defRPr/>
            </a:lvl5pPr>
            <a:lvl6pPr marL="2743200" lvl="5" indent="-342900" algn="l">
              <a:lnSpc>
                <a:spcPct val="90000"/>
              </a:lnSpc>
              <a:spcBef>
                <a:spcPts val="800"/>
              </a:spcBef>
              <a:spcAft>
                <a:spcPts val="0"/>
              </a:spcAft>
              <a:buClr>
                <a:schemeClr val="lt1"/>
              </a:buClr>
              <a:buSzPts val="1800"/>
              <a:buChar char="•"/>
              <a:defRPr/>
            </a:lvl6pPr>
            <a:lvl7pPr marL="3200400" lvl="6" indent="-342900" algn="l">
              <a:lnSpc>
                <a:spcPct val="90000"/>
              </a:lnSpc>
              <a:spcBef>
                <a:spcPts val="500"/>
              </a:spcBef>
              <a:spcAft>
                <a:spcPts val="0"/>
              </a:spcAft>
              <a:buClr>
                <a:schemeClr val="lt1"/>
              </a:buClr>
              <a:buSzPts val="1800"/>
              <a:buChar char="•"/>
              <a:defRPr/>
            </a:lvl7pPr>
            <a:lvl8pPr marL="3657600" lvl="7" indent="-342900" algn="l">
              <a:lnSpc>
                <a:spcPct val="90000"/>
              </a:lnSpc>
              <a:spcBef>
                <a:spcPts val="500"/>
              </a:spcBef>
              <a:spcAft>
                <a:spcPts val="0"/>
              </a:spcAft>
              <a:buClr>
                <a:schemeClr val="lt1"/>
              </a:buClr>
              <a:buSzPts val="1800"/>
              <a:buChar char="•"/>
              <a:defRPr/>
            </a:lvl8pPr>
            <a:lvl9pPr marL="4114800" lvl="8" indent="-342900" algn="l">
              <a:lnSpc>
                <a:spcPct val="90000"/>
              </a:lnSpc>
              <a:spcBef>
                <a:spcPts val="500"/>
              </a:spcBef>
              <a:spcAft>
                <a:spcPts val="0"/>
              </a:spcAft>
              <a:buClr>
                <a:schemeClr val="lt1"/>
              </a:buClr>
              <a:buSzPts val="1800"/>
              <a:buChar char="•"/>
              <a:defRPr/>
            </a:lvl9pPr>
          </a:lstStyle>
          <a:p>
            <a:endParaRPr/>
          </a:p>
        </p:txBody>
      </p:sp>
      <p:sp>
        <p:nvSpPr>
          <p:cNvPr id="112" name="Google Shape;112;p49"/>
          <p:cNvSpPr txBox="1">
            <a:spLocks noGrp="1"/>
          </p:cNvSpPr>
          <p:nvPr>
            <p:ph type="dt" idx="10"/>
          </p:nvPr>
        </p:nvSpPr>
        <p:spPr>
          <a:xfrm>
            <a:off x="550863" y="6507212"/>
            <a:ext cx="2628900" cy="153888"/>
          </a:xfrm>
          <a:prstGeom prst="rect">
            <a:avLst/>
          </a:prstGeom>
          <a:noFill/>
          <a:ln>
            <a:noFill/>
          </a:ln>
        </p:spPr>
        <p:txBody>
          <a:bodyPr spcFirstLastPara="1" wrap="square" lIns="0" tIns="0" rIns="0" bIns="0" anchor="ctr" anchorCtr="0">
            <a:spAutoFit/>
          </a:bodyPr>
          <a:lstStyle>
            <a:lvl1pPr lvl="0" algn="l">
              <a:spcBef>
                <a:spcPts val="0"/>
              </a:spcBef>
              <a:spcAft>
                <a:spcPts val="0"/>
              </a:spcAft>
              <a:buSzPts val="1400"/>
              <a:buNone/>
              <a:defRPr/>
            </a:lvl1pPr>
            <a:lvl2pPr lvl="1" algn="l">
              <a:spcBef>
                <a:spcPts val="0"/>
              </a:spcBef>
              <a:spcAft>
                <a:spcPts val="0"/>
              </a:spcAft>
              <a:buSzPts val="1400"/>
              <a:buNone/>
              <a:defRPr/>
            </a:lvl2pPr>
            <a:lvl3pPr lvl="2" algn="l">
              <a:spcBef>
                <a:spcPts val="0"/>
              </a:spcBef>
              <a:spcAft>
                <a:spcPts val="0"/>
              </a:spcAft>
              <a:buSzPts val="1400"/>
              <a:buNone/>
              <a:defRPr/>
            </a:lvl3pPr>
            <a:lvl4pPr lvl="3" algn="l">
              <a:spcBef>
                <a:spcPts val="0"/>
              </a:spcBef>
              <a:spcAft>
                <a:spcPts val="0"/>
              </a:spcAft>
              <a:buSzPts val="1400"/>
              <a:buNone/>
              <a:defRPr/>
            </a:lvl4pPr>
            <a:lvl5pPr lvl="4" algn="l">
              <a:spcBef>
                <a:spcPts val="0"/>
              </a:spcBef>
              <a:spcAft>
                <a:spcPts val="0"/>
              </a:spcAft>
              <a:buSzPts val="1400"/>
              <a:buNone/>
              <a:defRPr/>
            </a:lvl5pPr>
            <a:lvl6pPr lvl="5" algn="l">
              <a:spcBef>
                <a:spcPts val="0"/>
              </a:spcBef>
              <a:spcAft>
                <a:spcPts val="0"/>
              </a:spcAft>
              <a:buSzPts val="1400"/>
              <a:buNone/>
              <a:defRPr/>
            </a:lvl6pPr>
            <a:lvl7pPr lvl="6" algn="l">
              <a:spcBef>
                <a:spcPts val="0"/>
              </a:spcBef>
              <a:spcAft>
                <a:spcPts val="0"/>
              </a:spcAft>
              <a:buSzPts val="1400"/>
              <a:buNone/>
              <a:defRPr/>
            </a:lvl7pPr>
            <a:lvl8pPr lvl="7" algn="l">
              <a:spcBef>
                <a:spcPts val="0"/>
              </a:spcBef>
              <a:spcAft>
                <a:spcPts val="0"/>
              </a:spcAft>
              <a:buSzPts val="1400"/>
              <a:buNone/>
              <a:defRPr/>
            </a:lvl8pPr>
            <a:lvl9pPr lvl="8" algn="l">
              <a:spcBef>
                <a:spcPts val="0"/>
              </a:spcBef>
              <a:spcAft>
                <a:spcPts val="0"/>
              </a:spcAft>
              <a:buSzPts val="1400"/>
              <a:buNone/>
              <a:defRPr/>
            </a:lvl9pPr>
          </a:lstStyle>
          <a:p>
            <a:endParaRPr/>
          </a:p>
        </p:txBody>
      </p:sp>
      <p:sp>
        <p:nvSpPr>
          <p:cNvPr id="113" name="Google Shape;113;p49"/>
          <p:cNvSpPr txBox="1">
            <a:spLocks noGrp="1"/>
          </p:cNvSpPr>
          <p:nvPr>
            <p:ph type="ftr" idx="11"/>
          </p:nvPr>
        </p:nvSpPr>
        <p:spPr>
          <a:xfrm>
            <a:off x="3359150" y="6507212"/>
            <a:ext cx="6379210" cy="153888"/>
          </a:xfrm>
          <a:prstGeom prst="rect">
            <a:avLst/>
          </a:prstGeom>
          <a:noFill/>
          <a:ln>
            <a:noFill/>
          </a:ln>
        </p:spPr>
        <p:txBody>
          <a:bodyPr spcFirstLastPara="1" wrap="square" lIns="0" tIns="0" rIns="0" bIns="0" anchor="ctr" anchorCtr="0">
            <a:spAutoFit/>
          </a:bodyPr>
          <a:lstStyle>
            <a:lvl1pPr lvl="0" algn="l">
              <a:spcBef>
                <a:spcPts val="0"/>
              </a:spcBef>
              <a:spcAft>
                <a:spcPts val="0"/>
              </a:spcAft>
              <a:buSzPts val="1400"/>
              <a:buNone/>
              <a:defRPr/>
            </a:lvl1pPr>
            <a:lvl2pPr lvl="1" algn="l">
              <a:spcBef>
                <a:spcPts val="0"/>
              </a:spcBef>
              <a:spcAft>
                <a:spcPts val="0"/>
              </a:spcAft>
              <a:buSzPts val="1400"/>
              <a:buNone/>
              <a:defRPr/>
            </a:lvl2pPr>
            <a:lvl3pPr lvl="2" algn="l">
              <a:spcBef>
                <a:spcPts val="0"/>
              </a:spcBef>
              <a:spcAft>
                <a:spcPts val="0"/>
              </a:spcAft>
              <a:buSzPts val="1400"/>
              <a:buNone/>
              <a:defRPr/>
            </a:lvl3pPr>
            <a:lvl4pPr lvl="3" algn="l">
              <a:spcBef>
                <a:spcPts val="0"/>
              </a:spcBef>
              <a:spcAft>
                <a:spcPts val="0"/>
              </a:spcAft>
              <a:buSzPts val="1400"/>
              <a:buNone/>
              <a:defRPr/>
            </a:lvl4pPr>
            <a:lvl5pPr lvl="4" algn="l">
              <a:spcBef>
                <a:spcPts val="0"/>
              </a:spcBef>
              <a:spcAft>
                <a:spcPts val="0"/>
              </a:spcAft>
              <a:buSzPts val="1400"/>
              <a:buNone/>
              <a:defRPr/>
            </a:lvl5pPr>
            <a:lvl6pPr lvl="5" algn="l">
              <a:spcBef>
                <a:spcPts val="0"/>
              </a:spcBef>
              <a:spcAft>
                <a:spcPts val="0"/>
              </a:spcAft>
              <a:buSzPts val="1400"/>
              <a:buNone/>
              <a:defRPr/>
            </a:lvl6pPr>
            <a:lvl7pPr lvl="6" algn="l">
              <a:spcBef>
                <a:spcPts val="0"/>
              </a:spcBef>
              <a:spcAft>
                <a:spcPts val="0"/>
              </a:spcAft>
              <a:buSzPts val="1400"/>
              <a:buNone/>
              <a:defRPr/>
            </a:lvl7pPr>
            <a:lvl8pPr lvl="7" algn="l">
              <a:spcBef>
                <a:spcPts val="0"/>
              </a:spcBef>
              <a:spcAft>
                <a:spcPts val="0"/>
              </a:spcAft>
              <a:buSzPts val="1400"/>
              <a:buNone/>
              <a:defRPr/>
            </a:lvl8pPr>
            <a:lvl9pPr lvl="8" algn="l">
              <a:spcBef>
                <a:spcPts val="0"/>
              </a:spcBef>
              <a:spcAft>
                <a:spcPts val="0"/>
              </a:spcAft>
              <a:buSzPts val="1400"/>
              <a:buNone/>
              <a:defRPr/>
            </a:lvl9pPr>
          </a:lstStyle>
          <a:p>
            <a:endParaRPr/>
          </a:p>
        </p:txBody>
      </p:sp>
      <p:sp>
        <p:nvSpPr>
          <p:cNvPr id="114" name="Google Shape;114;p49"/>
          <p:cNvSpPr txBox="1">
            <a:spLocks noGrp="1"/>
          </p:cNvSpPr>
          <p:nvPr>
            <p:ph type="sldNum" idx="12"/>
          </p:nvPr>
        </p:nvSpPr>
        <p:spPr>
          <a:xfrm>
            <a:off x="9948863" y="6507212"/>
            <a:ext cx="1692274" cy="153888"/>
          </a:xfrm>
          <a:prstGeom prst="rect">
            <a:avLst/>
          </a:prstGeom>
          <a:noFill/>
          <a:ln>
            <a:noFill/>
          </a:ln>
        </p:spPr>
        <p:txBody>
          <a:bodyPr spcFirstLastPara="1" wrap="square" lIns="0" tIns="0" rIns="0" bIns="0" anchor="ctr" anchorCtr="0">
            <a:spAutoFit/>
          </a:bodyPr>
          <a:lstStyle>
            <a:lvl1pPr marL="0" lvl="0" indent="0" algn="r">
              <a:spcBef>
                <a:spcPts val="0"/>
              </a:spcBef>
              <a:buNone/>
              <a:defRPr/>
            </a:lvl1pPr>
            <a:lvl2pPr marL="0" lvl="1" indent="0" algn="r">
              <a:spcBef>
                <a:spcPts val="0"/>
              </a:spcBef>
              <a:buNone/>
              <a:defRPr/>
            </a:lvl2pPr>
            <a:lvl3pPr marL="0" lvl="2" indent="0" algn="r">
              <a:spcBef>
                <a:spcPts val="0"/>
              </a:spcBef>
              <a:buNone/>
              <a:defRPr/>
            </a:lvl3pPr>
            <a:lvl4pPr marL="0" lvl="3" indent="0" algn="r">
              <a:spcBef>
                <a:spcPts val="0"/>
              </a:spcBef>
              <a:buNone/>
              <a:defRPr/>
            </a:lvl4pPr>
            <a:lvl5pPr marL="0" lvl="4" indent="0" algn="r">
              <a:spcBef>
                <a:spcPts val="0"/>
              </a:spcBef>
              <a:buNone/>
              <a:defRPr/>
            </a:lvl5pPr>
            <a:lvl6pPr marL="0" lvl="5" indent="0" algn="r">
              <a:spcBef>
                <a:spcPts val="0"/>
              </a:spcBef>
              <a:buNone/>
              <a:defRPr/>
            </a:lvl6pPr>
            <a:lvl7pPr marL="0" lvl="6" indent="0" algn="r">
              <a:spcBef>
                <a:spcPts val="0"/>
              </a:spcBef>
              <a:buNone/>
              <a:defRPr/>
            </a:lvl7pPr>
            <a:lvl8pPr marL="0" lvl="7" indent="0" algn="r">
              <a:spcBef>
                <a:spcPts val="0"/>
              </a:spcBef>
              <a:buNone/>
              <a:defRPr/>
            </a:lvl8pPr>
            <a:lvl9pPr marL="0" lvl="8" indent="0" algn="r">
              <a:spcBef>
                <a:spcPts val="0"/>
              </a:spcBef>
              <a:buNone/>
              <a:defRPr/>
            </a:lvl9pPr>
          </a:lstStyle>
          <a:p>
            <a:pPr marL="0" lvl="0" indent="0" algn="r" rtl="0">
              <a:spcBef>
                <a:spcPts val="0"/>
              </a:spcBef>
              <a:spcAft>
                <a:spcPts val="0"/>
              </a:spcAft>
              <a:buNone/>
            </a:pPr>
            <a:fld id="{00000000-1234-1234-1234-123412341234}" type="slidenum">
              <a:rPr lang="en-US"/>
              <a:t>‹#›</a:t>
            </a:fld>
            <a:endParaRPr/>
          </a:p>
        </p:txBody>
      </p:sp>
    </p:spTree>
  </p:cSld>
  <p:clrMapOvr>
    <a:masterClrMapping/>
  </p:clrMapOvr>
</p:sldLayout>
</file>

<file path=ppt/slideLayouts/slideLayout11.xml><?xml version="1.0" encoding="utf-8"?>
<p:sldLayout xmlns:a="http://schemas.openxmlformats.org/drawingml/2006/main" xmlns:r="http://schemas.openxmlformats.org/officeDocument/2006/relationships" xmlns:p="http://schemas.openxmlformats.org/presentationml/2006/main" matchingName="Vertical Title and Text" type="vertTitleAndTx">
  <p:cSld name="VERTICAL_TITLE_AND_VERTICAL_TEXT">
    <p:spTree>
      <p:nvGrpSpPr>
        <p:cNvPr id="1" name="Shape 115"/>
        <p:cNvGrpSpPr/>
        <p:nvPr/>
      </p:nvGrpSpPr>
      <p:grpSpPr>
        <a:xfrm>
          <a:off x="0" y="0"/>
          <a:ext cx="0" cy="0"/>
          <a:chOff x="0" y="0"/>
          <a:chExt cx="0" cy="0"/>
        </a:xfrm>
      </p:grpSpPr>
      <p:sp>
        <p:nvSpPr>
          <p:cNvPr id="116" name="Google Shape;116;p50"/>
          <p:cNvSpPr txBox="1">
            <a:spLocks noGrp="1"/>
          </p:cNvSpPr>
          <p:nvPr>
            <p:ph type="title"/>
          </p:nvPr>
        </p:nvSpPr>
        <p:spPr>
          <a:xfrm rot="5400000">
            <a:off x="7133431" y="1956594"/>
            <a:ext cx="5811838" cy="2628900"/>
          </a:xfrm>
          <a:prstGeom prst="rect">
            <a:avLst/>
          </a:prstGeom>
          <a:noFill/>
          <a:ln>
            <a:noFill/>
          </a:ln>
        </p:spPr>
        <p:txBody>
          <a:bodyPr spcFirstLastPara="1" wrap="square" lIns="0" tIns="0" rIns="0" bIns="0" anchor="t" anchorCtr="0">
            <a:normAutofit/>
          </a:bodyPr>
          <a:lstStyle>
            <a:lvl1pPr lvl="0" algn="l">
              <a:lnSpc>
                <a:spcPct val="100000"/>
              </a:lnSpc>
              <a:spcBef>
                <a:spcPts val="0"/>
              </a:spcBef>
              <a:spcAft>
                <a:spcPts val="0"/>
              </a:spcAft>
              <a:buClr>
                <a:schemeClr val="lt1"/>
              </a:buClr>
              <a:buSzPts val="1800"/>
              <a:buNone/>
              <a:defRPr/>
            </a:lvl1pPr>
            <a:lvl2pPr lvl="1">
              <a:spcBef>
                <a:spcPts val="0"/>
              </a:spcBef>
              <a:spcAft>
                <a:spcPts val="0"/>
              </a:spcAft>
              <a:buSzPts val="1400"/>
              <a:buNone/>
              <a:defRPr/>
            </a:lvl2pPr>
            <a:lvl3pPr lvl="2">
              <a:spcBef>
                <a:spcPts val="0"/>
              </a:spcBef>
              <a:spcAft>
                <a:spcPts val="0"/>
              </a:spcAft>
              <a:buSzPts val="1400"/>
              <a:buNone/>
              <a:defRPr/>
            </a:lvl3pPr>
            <a:lvl4pPr lvl="3">
              <a:spcBef>
                <a:spcPts val="0"/>
              </a:spcBef>
              <a:spcAft>
                <a:spcPts val="0"/>
              </a:spcAft>
              <a:buSzPts val="1400"/>
              <a:buNone/>
              <a:defRPr/>
            </a:lvl4pPr>
            <a:lvl5pPr lvl="4">
              <a:spcBef>
                <a:spcPts val="0"/>
              </a:spcBef>
              <a:spcAft>
                <a:spcPts val="0"/>
              </a:spcAft>
              <a:buSzPts val="1400"/>
              <a:buNone/>
              <a:defRPr/>
            </a:lvl5pPr>
            <a:lvl6pPr lvl="5">
              <a:spcBef>
                <a:spcPts val="0"/>
              </a:spcBef>
              <a:spcAft>
                <a:spcPts val="0"/>
              </a:spcAft>
              <a:buSzPts val="1400"/>
              <a:buNone/>
              <a:defRPr/>
            </a:lvl6pPr>
            <a:lvl7pPr lvl="6">
              <a:spcBef>
                <a:spcPts val="0"/>
              </a:spcBef>
              <a:spcAft>
                <a:spcPts val="0"/>
              </a:spcAft>
              <a:buSzPts val="1400"/>
              <a:buNone/>
              <a:defRPr/>
            </a:lvl7pPr>
            <a:lvl8pPr lvl="7">
              <a:spcBef>
                <a:spcPts val="0"/>
              </a:spcBef>
              <a:spcAft>
                <a:spcPts val="0"/>
              </a:spcAft>
              <a:buSzPts val="1400"/>
              <a:buNone/>
              <a:defRPr/>
            </a:lvl8pPr>
            <a:lvl9pPr lvl="8">
              <a:spcBef>
                <a:spcPts val="0"/>
              </a:spcBef>
              <a:spcAft>
                <a:spcPts val="0"/>
              </a:spcAft>
              <a:buSzPts val="1400"/>
              <a:buNone/>
              <a:defRPr/>
            </a:lvl9pPr>
          </a:lstStyle>
          <a:p>
            <a:endParaRPr/>
          </a:p>
        </p:txBody>
      </p:sp>
      <p:sp>
        <p:nvSpPr>
          <p:cNvPr id="117" name="Google Shape;117;p50"/>
          <p:cNvSpPr txBox="1">
            <a:spLocks noGrp="1"/>
          </p:cNvSpPr>
          <p:nvPr>
            <p:ph type="body" idx="1"/>
          </p:nvPr>
        </p:nvSpPr>
        <p:spPr>
          <a:xfrm rot="5400000">
            <a:off x="1799431" y="-596106"/>
            <a:ext cx="5811838" cy="7734300"/>
          </a:xfrm>
          <a:prstGeom prst="rect">
            <a:avLst/>
          </a:prstGeom>
          <a:noFill/>
          <a:ln>
            <a:noFill/>
          </a:ln>
        </p:spPr>
        <p:txBody>
          <a:bodyPr spcFirstLastPara="1" wrap="square" lIns="0" tIns="0" rIns="0" bIns="0" anchor="t" anchorCtr="0">
            <a:normAutofit/>
          </a:bodyPr>
          <a:lstStyle>
            <a:lvl1pPr marL="457200" lvl="0" indent="-342900" algn="l">
              <a:lnSpc>
                <a:spcPct val="110000"/>
              </a:lnSpc>
              <a:spcBef>
                <a:spcPts val="1000"/>
              </a:spcBef>
              <a:spcAft>
                <a:spcPts val="0"/>
              </a:spcAft>
              <a:buClr>
                <a:schemeClr val="lt1"/>
              </a:buClr>
              <a:buSzPts val="1800"/>
              <a:buChar char="•"/>
              <a:defRPr/>
            </a:lvl1pPr>
            <a:lvl2pPr marL="914400" lvl="1" indent="-342900" algn="l">
              <a:lnSpc>
                <a:spcPct val="110000"/>
              </a:lnSpc>
              <a:spcBef>
                <a:spcPts val="800"/>
              </a:spcBef>
              <a:spcAft>
                <a:spcPts val="0"/>
              </a:spcAft>
              <a:buClr>
                <a:schemeClr val="lt1"/>
              </a:buClr>
              <a:buSzPts val="1800"/>
              <a:buChar char="•"/>
              <a:defRPr/>
            </a:lvl2pPr>
            <a:lvl3pPr marL="1371600" lvl="2" indent="-342900" algn="l">
              <a:lnSpc>
                <a:spcPct val="110000"/>
              </a:lnSpc>
              <a:spcBef>
                <a:spcPts val="800"/>
              </a:spcBef>
              <a:spcAft>
                <a:spcPts val="0"/>
              </a:spcAft>
              <a:buClr>
                <a:schemeClr val="lt1"/>
              </a:buClr>
              <a:buSzPts val="1800"/>
              <a:buChar char="•"/>
              <a:defRPr/>
            </a:lvl3pPr>
            <a:lvl4pPr marL="1828800" lvl="3" indent="-342900" algn="l">
              <a:lnSpc>
                <a:spcPct val="110000"/>
              </a:lnSpc>
              <a:spcBef>
                <a:spcPts val="800"/>
              </a:spcBef>
              <a:spcAft>
                <a:spcPts val="0"/>
              </a:spcAft>
              <a:buClr>
                <a:schemeClr val="lt1"/>
              </a:buClr>
              <a:buSzPts val="1800"/>
              <a:buChar char="•"/>
              <a:defRPr/>
            </a:lvl4pPr>
            <a:lvl5pPr marL="2286000" lvl="4" indent="-342900" algn="l">
              <a:lnSpc>
                <a:spcPct val="110000"/>
              </a:lnSpc>
              <a:spcBef>
                <a:spcPts val="800"/>
              </a:spcBef>
              <a:spcAft>
                <a:spcPts val="0"/>
              </a:spcAft>
              <a:buClr>
                <a:schemeClr val="lt1"/>
              </a:buClr>
              <a:buSzPts val="1800"/>
              <a:buChar char="•"/>
              <a:defRPr/>
            </a:lvl5pPr>
            <a:lvl6pPr marL="2743200" lvl="5" indent="-342900" algn="l">
              <a:lnSpc>
                <a:spcPct val="90000"/>
              </a:lnSpc>
              <a:spcBef>
                <a:spcPts val="800"/>
              </a:spcBef>
              <a:spcAft>
                <a:spcPts val="0"/>
              </a:spcAft>
              <a:buClr>
                <a:schemeClr val="lt1"/>
              </a:buClr>
              <a:buSzPts val="1800"/>
              <a:buChar char="•"/>
              <a:defRPr/>
            </a:lvl6pPr>
            <a:lvl7pPr marL="3200400" lvl="6" indent="-342900" algn="l">
              <a:lnSpc>
                <a:spcPct val="90000"/>
              </a:lnSpc>
              <a:spcBef>
                <a:spcPts val="500"/>
              </a:spcBef>
              <a:spcAft>
                <a:spcPts val="0"/>
              </a:spcAft>
              <a:buClr>
                <a:schemeClr val="lt1"/>
              </a:buClr>
              <a:buSzPts val="1800"/>
              <a:buChar char="•"/>
              <a:defRPr/>
            </a:lvl7pPr>
            <a:lvl8pPr marL="3657600" lvl="7" indent="-342900" algn="l">
              <a:lnSpc>
                <a:spcPct val="90000"/>
              </a:lnSpc>
              <a:spcBef>
                <a:spcPts val="500"/>
              </a:spcBef>
              <a:spcAft>
                <a:spcPts val="0"/>
              </a:spcAft>
              <a:buClr>
                <a:schemeClr val="lt1"/>
              </a:buClr>
              <a:buSzPts val="1800"/>
              <a:buChar char="•"/>
              <a:defRPr/>
            </a:lvl8pPr>
            <a:lvl9pPr marL="4114800" lvl="8" indent="-342900" algn="l">
              <a:lnSpc>
                <a:spcPct val="90000"/>
              </a:lnSpc>
              <a:spcBef>
                <a:spcPts val="500"/>
              </a:spcBef>
              <a:spcAft>
                <a:spcPts val="0"/>
              </a:spcAft>
              <a:buClr>
                <a:schemeClr val="lt1"/>
              </a:buClr>
              <a:buSzPts val="1800"/>
              <a:buChar char="•"/>
              <a:defRPr/>
            </a:lvl9pPr>
          </a:lstStyle>
          <a:p>
            <a:endParaRPr/>
          </a:p>
        </p:txBody>
      </p:sp>
      <p:sp>
        <p:nvSpPr>
          <p:cNvPr id="118" name="Google Shape;118;p50"/>
          <p:cNvSpPr txBox="1">
            <a:spLocks noGrp="1"/>
          </p:cNvSpPr>
          <p:nvPr>
            <p:ph type="dt" idx="10"/>
          </p:nvPr>
        </p:nvSpPr>
        <p:spPr>
          <a:xfrm>
            <a:off x="550863" y="6507212"/>
            <a:ext cx="2628900" cy="153888"/>
          </a:xfrm>
          <a:prstGeom prst="rect">
            <a:avLst/>
          </a:prstGeom>
          <a:noFill/>
          <a:ln>
            <a:noFill/>
          </a:ln>
        </p:spPr>
        <p:txBody>
          <a:bodyPr spcFirstLastPara="1" wrap="square" lIns="0" tIns="0" rIns="0" bIns="0" anchor="ctr" anchorCtr="0">
            <a:spAutoFit/>
          </a:bodyPr>
          <a:lstStyle>
            <a:lvl1pPr lvl="0" algn="l">
              <a:spcBef>
                <a:spcPts val="0"/>
              </a:spcBef>
              <a:spcAft>
                <a:spcPts val="0"/>
              </a:spcAft>
              <a:buSzPts val="1400"/>
              <a:buNone/>
              <a:defRPr/>
            </a:lvl1pPr>
            <a:lvl2pPr lvl="1" algn="l">
              <a:spcBef>
                <a:spcPts val="0"/>
              </a:spcBef>
              <a:spcAft>
                <a:spcPts val="0"/>
              </a:spcAft>
              <a:buSzPts val="1400"/>
              <a:buNone/>
              <a:defRPr/>
            </a:lvl2pPr>
            <a:lvl3pPr lvl="2" algn="l">
              <a:spcBef>
                <a:spcPts val="0"/>
              </a:spcBef>
              <a:spcAft>
                <a:spcPts val="0"/>
              </a:spcAft>
              <a:buSzPts val="1400"/>
              <a:buNone/>
              <a:defRPr/>
            </a:lvl3pPr>
            <a:lvl4pPr lvl="3" algn="l">
              <a:spcBef>
                <a:spcPts val="0"/>
              </a:spcBef>
              <a:spcAft>
                <a:spcPts val="0"/>
              </a:spcAft>
              <a:buSzPts val="1400"/>
              <a:buNone/>
              <a:defRPr/>
            </a:lvl4pPr>
            <a:lvl5pPr lvl="4" algn="l">
              <a:spcBef>
                <a:spcPts val="0"/>
              </a:spcBef>
              <a:spcAft>
                <a:spcPts val="0"/>
              </a:spcAft>
              <a:buSzPts val="1400"/>
              <a:buNone/>
              <a:defRPr/>
            </a:lvl5pPr>
            <a:lvl6pPr lvl="5" algn="l">
              <a:spcBef>
                <a:spcPts val="0"/>
              </a:spcBef>
              <a:spcAft>
                <a:spcPts val="0"/>
              </a:spcAft>
              <a:buSzPts val="1400"/>
              <a:buNone/>
              <a:defRPr/>
            </a:lvl6pPr>
            <a:lvl7pPr lvl="6" algn="l">
              <a:spcBef>
                <a:spcPts val="0"/>
              </a:spcBef>
              <a:spcAft>
                <a:spcPts val="0"/>
              </a:spcAft>
              <a:buSzPts val="1400"/>
              <a:buNone/>
              <a:defRPr/>
            </a:lvl7pPr>
            <a:lvl8pPr lvl="7" algn="l">
              <a:spcBef>
                <a:spcPts val="0"/>
              </a:spcBef>
              <a:spcAft>
                <a:spcPts val="0"/>
              </a:spcAft>
              <a:buSzPts val="1400"/>
              <a:buNone/>
              <a:defRPr/>
            </a:lvl8pPr>
            <a:lvl9pPr lvl="8" algn="l">
              <a:spcBef>
                <a:spcPts val="0"/>
              </a:spcBef>
              <a:spcAft>
                <a:spcPts val="0"/>
              </a:spcAft>
              <a:buSzPts val="1400"/>
              <a:buNone/>
              <a:defRPr/>
            </a:lvl9pPr>
          </a:lstStyle>
          <a:p>
            <a:endParaRPr/>
          </a:p>
        </p:txBody>
      </p:sp>
      <p:sp>
        <p:nvSpPr>
          <p:cNvPr id="119" name="Google Shape;119;p50"/>
          <p:cNvSpPr txBox="1">
            <a:spLocks noGrp="1"/>
          </p:cNvSpPr>
          <p:nvPr>
            <p:ph type="ftr" idx="11"/>
          </p:nvPr>
        </p:nvSpPr>
        <p:spPr>
          <a:xfrm>
            <a:off x="3359150" y="6507212"/>
            <a:ext cx="6379210" cy="153888"/>
          </a:xfrm>
          <a:prstGeom prst="rect">
            <a:avLst/>
          </a:prstGeom>
          <a:noFill/>
          <a:ln>
            <a:noFill/>
          </a:ln>
        </p:spPr>
        <p:txBody>
          <a:bodyPr spcFirstLastPara="1" wrap="square" lIns="0" tIns="0" rIns="0" bIns="0" anchor="ctr" anchorCtr="0">
            <a:spAutoFit/>
          </a:bodyPr>
          <a:lstStyle>
            <a:lvl1pPr lvl="0" algn="l">
              <a:spcBef>
                <a:spcPts val="0"/>
              </a:spcBef>
              <a:spcAft>
                <a:spcPts val="0"/>
              </a:spcAft>
              <a:buSzPts val="1400"/>
              <a:buNone/>
              <a:defRPr/>
            </a:lvl1pPr>
            <a:lvl2pPr lvl="1" algn="l">
              <a:spcBef>
                <a:spcPts val="0"/>
              </a:spcBef>
              <a:spcAft>
                <a:spcPts val="0"/>
              </a:spcAft>
              <a:buSzPts val="1400"/>
              <a:buNone/>
              <a:defRPr/>
            </a:lvl2pPr>
            <a:lvl3pPr lvl="2" algn="l">
              <a:spcBef>
                <a:spcPts val="0"/>
              </a:spcBef>
              <a:spcAft>
                <a:spcPts val="0"/>
              </a:spcAft>
              <a:buSzPts val="1400"/>
              <a:buNone/>
              <a:defRPr/>
            </a:lvl3pPr>
            <a:lvl4pPr lvl="3" algn="l">
              <a:spcBef>
                <a:spcPts val="0"/>
              </a:spcBef>
              <a:spcAft>
                <a:spcPts val="0"/>
              </a:spcAft>
              <a:buSzPts val="1400"/>
              <a:buNone/>
              <a:defRPr/>
            </a:lvl4pPr>
            <a:lvl5pPr lvl="4" algn="l">
              <a:spcBef>
                <a:spcPts val="0"/>
              </a:spcBef>
              <a:spcAft>
                <a:spcPts val="0"/>
              </a:spcAft>
              <a:buSzPts val="1400"/>
              <a:buNone/>
              <a:defRPr/>
            </a:lvl5pPr>
            <a:lvl6pPr lvl="5" algn="l">
              <a:spcBef>
                <a:spcPts val="0"/>
              </a:spcBef>
              <a:spcAft>
                <a:spcPts val="0"/>
              </a:spcAft>
              <a:buSzPts val="1400"/>
              <a:buNone/>
              <a:defRPr/>
            </a:lvl6pPr>
            <a:lvl7pPr lvl="6" algn="l">
              <a:spcBef>
                <a:spcPts val="0"/>
              </a:spcBef>
              <a:spcAft>
                <a:spcPts val="0"/>
              </a:spcAft>
              <a:buSzPts val="1400"/>
              <a:buNone/>
              <a:defRPr/>
            </a:lvl7pPr>
            <a:lvl8pPr lvl="7" algn="l">
              <a:spcBef>
                <a:spcPts val="0"/>
              </a:spcBef>
              <a:spcAft>
                <a:spcPts val="0"/>
              </a:spcAft>
              <a:buSzPts val="1400"/>
              <a:buNone/>
              <a:defRPr/>
            </a:lvl8pPr>
            <a:lvl9pPr lvl="8" algn="l">
              <a:spcBef>
                <a:spcPts val="0"/>
              </a:spcBef>
              <a:spcAft>
                <a:spcPts val="0"/>
              </a:spcAft>
              <a:buSzPts val="1400"/>
              <a:buNone/>
              <a:defRPr/>
            </a:lvl9pPr>
          </a:lstStyle>
          <a:p>
            <a:endParaRPr/>
          </a:p>
        </p:txBody>
      </p:sp>
      <p:sp>
        <p:nvSpPr>
          <p:cNvPr id="120" name="Google Shape;120;p50"/>
          <p:cNvSpPr txBox="1">
            <a:spLocks noGrp="1"/>
          </p:cNvSpPr>
          <p:nvPr>
            <p:ph type="sldNum" idx="12"/>
          </p:nvPr>
        </p:nvSpPr>
        <p:spPr>
          <a:xfrm>
            <a:off x="9948863" y="6507212"/>
            <a:ext cx="1692274" cy="153888"/>
          </a:xfrm>
          <a:prstGeom prst="rect">
            <a:avLst/>
          </a:prstGeom>
          <a:noFill/>
          <a:ln>
            <a:noFill/>
          </a:ln>
        </p:spPr>
        <p:txBody>
          <a:bodyPr spcFirstLastPara="1" wrap="square" lIns="0" tIns="0" rIns="0" bIns="0" anchor="ctr" anchorCtr="0">
            <a:spAutoFit/>
          </a:bodyPr>
          <a:lstStyle>
            <a:lvl1pPr marL="0" lvl="0" indent="0" algn="r">
              <a:spcBef>
                <a:spcPts val="0"/>
              </a:spcBef>
              <a:buNone/>
              <a:defRPr/>
            </a:lvl1pPr>
            <a:lvl2pPr marL="0" lvl="1" indent="0" algn="r">
              <a:spcBef>
                <a:spcPts val="0"/>
              </a:spcBef>
              <a:buNone/>
              <a:defRPr/>
            </a:lvl2pPr>
            <a:lvl3pPr marL="0" lvl="2" indent="0" algn="r">
              <a:spcBef>
                <a:spcPts val="0"/>
              </a:spcBef>
              <a:buNone/>
              <a:defRPr/>
            </a:lvl3pPr>
            <a:lvl4pPr marL="0" lvl="3" indent="0" algn="r">
              <a:spcBef>
                <a:spcPts val="0"/>
              </a:spcBef>
              <a:buNone/>
              <a:defRPr/>
            </a:lvl4pPr>
            <a:lvl5pPr marL="0" lvl="4" indent="0" algn="r">
              <a:spcBef>
                <a:spcPts val="0"/>
              </a:spcBef>
              <a:buNone/>
              <a:defRPr/>
            </a:lvl5pPr>
            <a:lvl6pPr marL="0" lvl="5" indent="0" algn="r">
              <a:spcBef>
                <a:spcPts val="0"/>
              </a:spcBef>
              <a:buNone/>
              <a:defRPr/>
            </a:lvl6pPr>
            <a:lvl7pPr marL="0" lvl="6" indent="0" algn="r">
              <a:spcBef>
                <a:spcPts val="0"/>
              </a:spcBef>
              <a:buNone/>
              <a:defRPr/>
            </a:lvl7pPr>
            <a:lvl8pPr marL="0" lvl="7" indent="0" algn="r">
              <a:spcBef>
                <a:spcPts val="0"/>
              </a:spcBef>
              <a:buNone/>
              <a:defRPr/>
            </a:lvl8pPr>
            <a:lvl9pPr marL="0" lvl="8" indent="0" algn="r">
              <a:spcBef>
                <a:spcPts val="0"/>
              </a:spcBef>
              <a:buNone/>
              <a:defRPr/>
            </a:lvl9pPr>
          </a:lstStyle>
          <a:p>
            <a:pPr marL="0" lvl="0" indent="0" algn="r" rtl="0">
              <a:spcBef>
                <a:spcPts val="0"/>
              </a:spcBef>
              <a:spcAft>
                <a:spcPts val="0"/>
              </a:spcAft>
              <a:buNone/>
            </a:pPr>
            <a:fld id="{00000000-1234-1234-1234-123412341234}" type="slidenum">
              <a:rPr lang="en-US"/>
              <a:t>‹#›</a:t>
            </a:fld>
            <a:endParaRPr/>
          </a:p>
        </p:txBody>
      </p:sp>
    </p:spTree>
  </p:cSld>
  <p:clrMapOvr>
    <a:masterClrMapping/>
  </p:clrMapOvr>
</p:sldLayout>
</file>

<file path=ppt/slideMasters/_rels/slideMaster1.xml.rels><?xml version="1.0" encoding="UTF-8" standalone="yes"?>
<Relationships xmlns="http://schemas.openxmlformats.org/package/2006/relationships"><Relationship Id="rId8" Type="http://schemas.openxmlformats.org/officeDocument/2006/relationships/slideLayout" Target="../slideLayouts/slideLayout8.xml"/><Relationship Id="rId3" Type="http://schemas.openxmlformats.org/officeDocument/2006/relationships/slideLayout" Target="../slideLayouts/slideLayout3.xml"/><Relationship Id="rId7" Type="http://schemas.openxmlformats.org/officeDocument/2006/relationships/slideLayout" Target="../slideLayouts/slideLayout7.xml"/><Relationship Id="rId12" Type="http://schemas.openxmlformats.org/officeDocument/2006/relationships/theme" Target="../theme/theme1.xml"/><Relationship Id="rId2" Type="http://schemas.openxmlformats.org/officeDocument/2006/relationships/slideLayout" Target="../slideLayouts/slideLayout2.xml"/><Relationship Id="rId1" Type="http://schemas.openxmlformats.org/officeDocument/2006/relationships/slideLayout" Target="../slideLayouts/slideLayout1.xml"/><Relationship Id="rId6" Type="http://schemas.openxmlformats.org/officeDocument/2006/relationships/slideLayout" Target="../slideLayouts/slideLayout6.xml"/><Relationship Id="rId11" Type="http://schemas.openxmlformats.org/officeDocument/2006/relationships/slideLayout" Target="../slideLayouts/slideLayout11.xml"/><Relationship Id="rId5" Type="http://schemas.openxmlformats.org/officeDocument/2006/relationships/slideLayout" Target="../slideLayouts/slideLayout5.xml"/><Relationship Id="rId10" Type="http://schemas.openxmlformats.org/officeDocument/2006/relationships/slideLayout" Target="../slideLayouts/slideLayout10.xml"/><Relationship Id="rId4" Type="http://schemas.openxmlformats.org/officeDocument/2006/relationships/slideLayout" Target="../slideLayouts/slideLayout4.xml"/><Relationship Id="rId9" Type="http://schemas.openxmlformats.org/officeDocument/2006/relationships/slideLayout" Target="../slideLayouts/slideLayout9.xml"/></Relationships>
</file>

<file path=ppt/slideMasters/slideMaster1.xml><?xml version="1.0" encoding="utf-8"?>
<p:sldMaster xmlns:a="http://schemas.openxmlformats.org/drawingml/2006/main" xmlns:r="http://schemas.openxmlformats.org/officeDocument/2006/relationships" xmlns:p="http://schemas.openxmlformats.org/presentationml/2006/main">
  <p:cSld>
    <p:bg>
      <p:bgPr>
        <a:solidFill>
          <a:schemeClr val="dk2"/>
        </a:solidFill>
        <a:effectLst/>
      </p:bgPr>
    </p:bg>
    <p:spTree>
      <p:nvGrpSpPr>
        <p:cNvPr id="1" name="Shape 5"/>
        <p:cNvGrpSpPr/>
        <p:nvPr/>
      </p:nvGrpSpPr>
      <p:grpSpPr>
        <a:xfrm>
          <a:off x="0" y="0"/>
          <a:ext cx="0" cy="0"/>
          <a:chOff x="0" y="0"/>
          <a:chExt cx="0" cy="0"/>
        </a:xfrm>
      </p:grpSpPr>
      <p:sp>
        <p:nvSpPr>
          <p:cNvPr id="6" name="Google Shape;6;p39"/>
          <p:cNvSpPr txBox="1">
            <a:spLocks noGrp="1"/>
          </p:cNvSpPr>
          <p:nvPr>
            <p:ph type="title"/>
          </p:nvPr>
        </p:nvSpPr>
        <p:spPr>
          <a:xfrm>
            <a:off x="550863" y="550800"/>
            <a:ext cx="11090275" cy="1333057"/>
          </a:xfrm>
          <a:prstGeom prst="rect">
            <a:avLst/>
          </a:prstGeom>
          <a:noFill/>
          <a:ln>
            <a:noFill/>
          </a:ln>
        </p:spPr>
        <p:txBody>
          <a:bodyPr spcFirstLastPara="1" wrap="square" lIns="0" tIns="0" rIns="0" bIns="0" anchor="t" anchorCtr="0">
            <a:normAutofit/>
          </a:bodyPr>
          <a:lstStyle>
            <a:lvl1pPr marR="0" lvl="0" algn="l" rtl="0">
              <a:lnSpc>
                <a:spcPct val="100000"/>
              </a:lnSpc>
              <a:spcBef>
                <a:spcPts val="0"/>
              </a:spcBef>
              <a:spcAft>
                <a:spcPts val="0"/>
              </a:spcAft>
              <a:buClr>
                <a:schemeClr val="lt1"/>
              </a:buClr>
              <a:buSzPts val="4800"/>
              <a:buFont typeface="Arial"/>
              <a:buNone/>
              <a:defRPr sz="4800" b="0" i="0" u="none" strike="noStrike" cap="none">
                <a:solidFill>
                  <a:schemeClr val="lt1"/>
                </a:solidFill>
                <a:latin typeface="Arial"/>
                <a:ea typeface="Arial"/>
                <a:cs typeface="Arial"/>
                <a:sym typeface="Arial"/>
              </a:defRPr>
            </a:lvl1pPr>
            <a:lvl2pPr lvl="1">
              <a:spcBef>
                <a:spcPts val="0"/>
              </a:spcBef>
              <a:spcAft>
                <a:spcPts val="0"/>
              </a:spcAft>
              <a:buSzPts val="1400"/>
              <a:buNone/>
              <a:defRPr sz="1800"/>
            </a:lvl2pPr>
            <a:lvl3pPr lvl="2">
              <a:spcBef>
                <a:spcPts val="0"/>
              </a:spcBef>
              <a:spcAft>
                <a:spcPts val="0"/>
              </a:spcAft>
              <a:buSzPts val="1400"/>
              <a:buNone/>
              <a:defRPr sz="1800"/>
            </a:lvl3pPr>
            <a:lvl4pPr lvl="3">
              <a:spcBef>
                <a:spcPts val="0"/>
              </a:spcBef>
              <a:spcAft>
                <a:spcPts val="0"/>
              </a:spcAft>
              <a:buSzPts val="1400"/>
              <a:buNone/>
              <a:defRPr sz="1800"/>
            </a:lvl4pPr>
            <a:lvl5pPr lvl="4">
              <a:spcBef>
                <a:spcPts val="0"/>
              </a:spcBef>
              <a:spcAft>
                <a:spcPts val="0"/>
              </a:spcAft>
              <a:buSzPts val="1400"/>
              <a:buNone/>
              <a:defRPr sz="1800"/>
            </a:lvl5pPr>
            <a:lvl6pPr lvl="5">
              <a:spcBef>
                <a:spcPts val="0"/>
              </a:spcBef>
              <a:spcAft>
                <a:spcPts val="0"/>
              </a:spcAft>
              <a:buSzPts val="1400"/>
              <a:buNone/>
              <a:defRPr sz="1800"/>
            </a:lvl6pPr>
            <a:lvl7pPr lvl="6">
              <a:spcBef>
                <a:spcPts val="0"/>
              </a:spcBef>
              <a:spcAft>
                <a:spcPts val="0"/>
              </a:spcAft>
              <a:buSzPts val="1400"/>
              <a:buNone/>
              <a:defRPr sz="1800"/>
            </a:lvl7pPr>
            <a:lvl8pPr lvl="7">
              <a:spcBef>
                <a:spcPts val="0"/>
              </a:spcBef>
              <a:spcAft>
                <a:spcPts val="0"/>
              </a:spcAft>
              <a:buSzPts val="1400"/>
              <a:buNone/>
              <a:defRPr sz="1800"/>
            </a:lvl8pPr>
            <a:lvl9pPr lvl="8">
              <a:spcBef>
                <a:spcPts val="0"/>
              </a:spcBef>
              <a:spcAft>
                <a:spcPts val="0"/>
              </a:spcAft>
              <a:buSzPts val="1400"/>
              <a:buNone/>
              <a:defRPr sz="1800"/>
            </a:lvl9pPr>
          </a:lstStyle>
          <a:p>
            <a:endParaRPr/>
          </a:p>
        </p:txBody>
      </p:sp>
      <p:sp>
        <p:nvSpPr>
          <p:cNvPr id="7" name="Google Shape;7;p39"/>
          <p:cNvSpPr txBox="1">
            <a:spLocks noGrp="1"/>
          </p:cNvSpPr>
          <p:nvPr>
            <p:ph type="body" idx="1"/>
          </p:nvPr>
        </p:nvSpPr>
        <p:spPr>
          <a:xfrm>
            <a:off x="550863" y="2113862"/>
            <a:ext cx="11091600" cy="3978963"/>
          </a:xfrm>
          <a:prstGeom prst="rect">
            <a:avLst/>
          </a:prstGeom>
          <a:noFill/>
          <a:ln>
            <a:noFill/>
          </a:ln>
        </p:spPr>
        <p:txBody>
          <a:bodyPr spcFirstLastPara="1" wrap="square" lIns="0" tIns="0" rIns="0" bIns="0" anchor="t" anchorCtr="0">
            <a:normAutofit/>
          </a:bodyPr>
          <a:lstStyle>
            <a:lvl1pPr marL="457200" marR="0" lvl="0" indent="-355600" algn="l" rtl="0">
              <a:lnSpc>
                <a:spcPct val="110000"/>
              </a:lnSpc>
              <a:spcBef>
                <a:spcPts val="1000"/>
              </a:spcBef>
              <a:spcAft>
                <a:spcPts val="0"/>
              </a:spcAft>
              <a:buClr>
                <a:schemeClr val="lt1"/>
              </a:buClr>
              <a:buSzPts val="2000"/>
              <a:buFont typeface="Arial"/>
              <a:buChar char="•"/>
              <a:defRPr sz="2000" b="0" i="0" u="none" strike="noStrike" cap="none">
                <a:solidFill>
                  <a:schemeClr val="lt1"/>
                </a:solidFill>
                <a:latin typeface="Arial"/>
                <a:ea typeface="Arial"/>
                <a:cs typeface="Arial"/>
                <a:sym typeface="Arial"/>
              </a:defRPr>
            </a:lvl1pPr>
            <a:lvl2pPr marL="914400" marR="0" lvl="1" indent="-317500" algn="l" rtl="0">
              <a:lnSpc>
                <a:spcPct val="110000"/>
              </a:lnSpc>
              <a:spcBef>
                <a:spcPts val="800"/>
              </a:spcBef>
              <a:spcAft>
                <a:spcPts val="0"/>
              </a:spcAft>
              <a:buClr>
                <a:schemeClr val="lt1"/>
              </a:buClr>
              <a:buSzPts val="1400"/>
              <a:buFont typeface="Arial"/>
              <a:buChar char="•"/>
              <a:defRPr sz="1400" b="0" i="0" u="none" strike="noStrike" cap="none">
                <a:solidFill>
                  <a:schemeClr val="lt1"/>
                </a:solidFill>
                <a:latin typeface="Arial"/>
                <a:ea typeface="Arial"/>
                <a:cs typeface="Arial"/>
                <a:sym typeface="Arial"/>
              </a:defRPr>
            </a:lvl2pPr>
            <a:lvl3pPr marL="1371600" marR="0" lvl="2" indent="-317500" algn="l" rtl="0">
              <a:lnSpc>
                <a:spcPct val="110000"/>
              </a:lnSpc>
              <a:spcBef>
                <a:spcPts val="800"/>
              </a:spcBef>
              <a:spcAft>
                <a:spcPts val="0"/>
              </a:spcAft>
              <a:buClr>
                <a:schemeClr val="lt1"/>
              </a:buClr>
              <a:buSzPts val="1400"/>
              <a:buFont typeface="Arial"/>
              <a:buChar char="•"/>
              <a:defRPr sz="1400" b="0" i="0" u="none" strike="noStrike" cap="none">
                <a:solidFill>
                  <a:schemeClr val="lt1"/>
                </a:solidFill>
                <a:latin typeface="Arial"/>
                <a:ea typeface="Arial"/>
                <a:cs typeface="Arial"/>
                <a:sym typeface="Arial"/>
              </a:defRPr>
            </a:lvl3pPr>
            <a:lvl4pPr marL="1828800" marR="0" lvl="3" indent="-317500" algn="l" rtl="0">
              <a:lnSpc>
                <a:spcPct val="110000"/>
              </a:lnSpc>
              <a:spcBef>
                <a:spcPts val="800"/>
              </a:spcBef>
              <a:spcAft>
                <a:spcPts val="0"/>
              </a:spcAft>
              <a:buClr>
                <a:schemeClr val="lt1"/>
              </a:buClr>
              <a:buSzPts val="1400"/>
              <a:buFont typeface="Arial"/>
              <a:buChar char="•"/>
              <a:defRPr sz="1400" b="0" i="0" u="none" strike="noStrike" cap="none">
                <a:solidFill>
                  <a:schemeClr val="lt1"/>
                </a:solidFill>
                <a:latin typeface="Arial"/>
                <a:ea typeface="Arial"/>
                <a:cs typeface="Arial"/>
                <a:sym typeface="Arial"/>
              </a:defRPr>
            </a:lvl4pPr>
            <a:lvl5pPr marL="2286000" marR="0" lvl="4" indent="-317500" algn="l" rtl="0">
              <a:lnSpc>
                <a:spcPct val="110000"/>
              </a:lnSpc>
              <a:spcBef>
                <a:spcPts val="800"/>
              </a:spcBef>
              <a:spcAft>
                <a:spcPts val="0"/>
              </a:spcAft>
              <a:buClr>
                <a:schemeClr val="lt1"/>
              </a:buClr>
              <a:buSzPts val="1400"/>
              <a:buFont typeface="Arial"/>
              <a:buChar char="•"/>
              <a:defRPr sz="1400" b="0" i="0" u="none" strike="noStrike" cap="none">
                <a:solidFill>
                  <a:schemeClr val="lt1"/>
                </a:solidFill>
                <a:latin typeface="Arial"/>
                <a:ea typeface="Arial"/>
                <a:cs typeface="Arial"/>
                <a:sym typeface="Arial"/>
              </a:defRPr>
            </a:lvl5pPr>
            <a:lvl6pPr marL="2743200" marR="0" lvl="5" indent="-342900" algn="l" rtl="0">
              <a:lnSpc>
                <a:spcPct val="90000"/>
              </a:lnSpc>
              <a:spcBef>
                <a:spcPts val="800"/>
              </a:spcBef>
              <a:spcAft>
                <a:spcPts val="0"/>
              </a:spcAft>
              <a:buClr>
                <a:schemeClr val="lt1"/>
              </a:buClr>
              <a:buSzPts val="1800"/>
              <a:buFont typeface="Arial"/>
              <a:buChar char="•"/>
              <a:defRPr sz="1800" b="0" i="0" u="none" strike="noStrike" cap="none">
                <a:solidFill>
                  <a:schemeClr val="lt1"/>
                </a:solidFill>
                <a:latin typeface="Arial"/>
                <a:ea typeface="Arial"/>
                <a:cs typeface="Arial"/>
                <a:sym typeface="Arial"/>
              </a:defRPr>
            </a:lvl6pPr>
            <a:lvl7pPr marL="3200400" marR="0" lvl="6" indent="-342900" algn="l" rtl="0">
              <a:lnSpc>
                <a:spcPct val="90000"/>
              </a:lnSpc>
              <a:spcBef>
                <a:spcPts val="500"/>
              </a:spcBef>
              <a:spcAft>
                <a:spcPts val="0"/>
              </a:spcAft>
              <a:buClr>
                <a:schemeClr val="lt1"/>
              </a:buClr>
              <a:buSzPts val="1800"/>
              <a:buFont typeface="Arial"/>
              <a:buChar char="•"/>
              <a:defRPr sz="1800" b="0" i="0" u="none" strike="noStrike" cap="none">
                <a:solidFill>
                  <a:schemeClr val="lt1"/>
                </a:solidFill>
                <a:latin typeface="Arial"/>
                <a:ea typeface="Arial"/>
                <a:cs typeface="Arial"/>
                <a:sym typeface="Arial"/>
              </a:defRPr>
            </a:lvl7pPr>
            <a:lvl8pPr marL="3657600" marR="0" lvl="7" indent="-342900" algn="l" rtl="0">
              <a:lnSpc>
                <a:spcPct val="90000"/>
              </a:lnSpc>
              <a:spcBef>
                <a:spcPts val="500"/>
              </a:spcBef>
              <a:spcAft>
                <a:spcPts val="0"/>
              </a:spcAft>
              <a:buClr>
                <a:schemeClr val="lt1"/>
              </a:buClr>
              <a:buSzPts val="1800"/>
              <a:buFont typeface="Arial"/>
              <a:buChar char="•"/>
              <a:defRPr sz="1800" b="0" i="0" u="none" strike="noStrike" cap="none">
                <a:solidFill>
                  <a:schemeClr val="lt1"/>
                </a:solidFill>
                <a:latin typeface="Arial"/>
                <a:ea typeface="Arial"/>
                <a:cs typeface="Arial"/>
                <a:sym typeface="Arial"/>
              </a:defRPr>
            </a:lvl8pPr>
            <a:lvl9pPr marL="4114800" marR="0" lvl="8" indent="-342900" algn="l" rtl="0">
              <a:lnSpc>
                <a:spcPct val="90000"/>
              </a:lnSpc>
              <a:spcBef>
                <a:spcPts val="500"/>
              </a:spcBef>
              <a:spcAft>
                <a:spcPts val="0"/>
              </a:spcAft>
              <a:buClr>
                <a:schemeClr val="lt1"/>
              </a:buClr>
              <a:buSzPts val="1800"/>
              <a:buFont typeface="Arial"/>
              <a:buChar char="•"/>
              <a:defRPr sz="1800" b="0" i="0" u="none" strike="noStrike" cap="none">
                <a:solidFill>
                  <a:schemeClr val="lt1"/>
                </a:solidFill>
                <a:latin typeface="Arial"/>
                <a:ea typeface="Arial"/>
                <a:cs typeface="Arial"/>
                <a:sym typeface="Arial"/>
              </a:defRPr>
            </a:lvl9pPr>
          </a:lstStyle>
          <a:p>
            <a:endParaRPr/>
          </a:p>
        </p:txBody>
      </p:sp>
      <p:sp>
        <p:nvSpPr>
          <p:cNvPr id="8" name="Google Shape;8;p39"/>
          <p:cNvSpPr txBox="1">
            <a:spLocks noGrp="1"/>
          </p:cNvSpPr>
          <p:nvPr>
            <p:ph type="dt" idx="10"/>
          </p:nvPr>
        </p:nvSpPr>
        <p:spPr>
          <a:xfrm>
            <a:off x="550863" y="6507212"/>
            <a:ext cx="2628900" cy="153888"/>
          </a:xfrm>
          <a:prstGeom prst="rect">
            <a:avLst/>
          </a:prstGeom>
          <a:noFill/>
          <a:ln>
            <a:noFill/>
          </a:ln>
        </p:spPr>
        <p:txBody>
          <a:bodyPr spcFirstLastPara="1" wrap="square" lIns="0" tIns="0" rIns="0" bIns="0" anchor="ctr" anchorCtr="0">
            <a:spAutoFit/>
          </a:bodyPr>
          <a:lstStyle>
            <a:lvl1pPr marR="0" lvl="0" algn="l" rtl="0">
              <a:spcBef>
                <a:spcPts val="0"/>
              </a:spcBef>
              <a:spcAft>
                <a:spcPts val="0"/>
              </a:spcAft>
              <a:buSzPts val="1400"/>
              <a:buNone/>
              <a:defRPr sz="900" b="0" i="0" u="none" strike="noStrike" cap="none">
                <a:solidFill>
                  <a:schemeClr val="lt1"/>
                </a:solidFill>
                <a:latin typeface="Arial"/>
                <a:ea typeface="Arial"/>
                <a:cs typeface="Arial"/>
                <a:sym typeface="Arial"/>
              </a:defRPr>
            </a:lvl1pPr>
            <a:lvl2pPr marR="0" lvl="1" algn="l" rtl="0">
              <a:spcBef>
                <a:spcPts val="0"/>
              </a:spcBef>
              <a:spcAft>
                <a:spcPts val="0"/>
              </a:spcAft>
              <a:buSzPts val="1400"/>
              <a:buNone/>
              <a:defRPr sz="1800" b="0" i="0" u="none" strike="noStrike" cap="none">
                <a:solidFill>
                  <a:schemeClr val="lt1"/>
                </a:solidFill>
                <a:latin typeface="Arial"/>
                <a:ea typeface="Arial"/>
                <a:cs typeface="Arial"/>
                <a:sym typeface="Arial"/>
              </a:defRPr>
            </a:lvl2pPr>
            <a:lvl3pPr marR="0" lvl="2" algn="l" rtl="0">
              <a:spcBef>
                <a:spcPts val="0"/>
              </a:spcBef>
              <a:spcAft>
                <a:spcPts val="0"/>
              </a:spcAft>
              <a:buSzPts val="1400"/>
              <a:buNone/>
              <a:defRPr sz="1800" b="0" i="0" u="none" strike="noStrike" cap="none">
                <a:solidFill>
                  <a:schemeClr val="lt1"/>
                </a:solidFill>
                <a:latin typeface="Arial"/>
                <a:ea typeface="Arial"/>
                <a:cs typeface="Arial"/>
                <a:sym typeface="Arial"/>
              </a:defRPr>
            </a:lvl3pPr>
            <a:lvl4pPr marR="0" lvl="3" algn="l" rtl="0">
              <a:spcBef>
                <a:spcPts val="0"/>
              </a:spcBef>
              <a:spcAft>
                <a:spcPts val="0"/>
              </a:spcAft>
              <a:buSzPts val="1400"/>
              <a:buNone/>
              <a:defRPr sz="1800" b="0" i="0" u="none" strike="noStrike" cap="none">
                <a:solidFill>
                  <a:schemeClr val="lt1"/>
                </a:solidFill>
                <a:latin typeface="Arial"/>
                <a:ea typeface="Arial"/>
                <a:cs typeface="Arial"/>
                <a:sym typeface="Arial"/>
              </a:defRPr>
            </a:lvl4pPr>
            <a:lvl5pPr marR="0" lvl="4" algn="l" rtl="0">
              <a:spcBef>
                <a:spcPts val="0"/>
              </a:spcBef>
              <a:spcAft>
                <a:spcPts val="0"/>
              </a:spcAft>
              <a:buSzPts val="1400"/>
              <a:buNone/>
              <a:defRPr sz="1800" b="0" i="0" u="none" strike="noStrike" cap="none">
                <a:solidFill>
                  <a:schemeClr val="lt1"/>
                </a:solidFill>
                <a:latin typeface="Arial"/>
                <a:ea typeface="Arial"/>
                <a:cs typeface="Arial"/>
                <a:sym typeface="Arial"/>
              </a:defRPr>
            </a:lvl5pPr>
            <a:lvl6pPr marR="0" lvl="5" algn="l" rtl="0">
              <a:spcBef>
                <a:spcPts val="0"/>
              </a:spcBef>
              <a:spcAft>
                <a:spcPts val="0"/>
              </a:spcAft>
              <a:buSzPts val="1400"/>
              <a:buNone/>
              <a:defRPr sz="1800" b="0" i="0" u="none" strike="noStrike" cap="none">
                <a:solidFill>
                  <a:schemeClr val="lt1"/>
                </a:solidFill>
                <a:latin typeface="Arial"/>
                <a:ea typeface="Arial"/>
                <a:cs typeface="Arial"/>
                <a:sym typeface="Arial"/>
              </a:defRPr>
            </a:lvl6pPr>
            <a:lvl7pPr marR="0" lvl="6" algn="l" rtl="0">
              <a:spcBef>
                <a:spcPts val="0"/>
              </a:spcBef>
              <a:spcAft>
                <a:spcPts val="0"/>
              </a:spcAft>
              <a:buSzPts val="1400"/>
              <a:buNone/>
              <a:defRPr sz="1800" b="0" i="0" u="none" strike="noStrike" cap="none">
                <a:solidFill>
                  <a:schemeClr val="lt1"/>
                </a:solidFill>
                <a:latin typeface="Arial"/>
                <a:ea typeface="Arial"/>
                <a:cs typeface="Arial"/>
                <a:sym typeface="Arial"/>
              </a:defRPr>
            </a:lvl7pPr>
            <a:lvl8pPr marR="0" lvl="7" algn="l" rtl="0">
              <a:spcBef>
                <a:spcPts val="0"/>
              </a:spcBef>
              <a:spcAft>
                <a:spcPts val="0"/>
              </a:spcAft>
              <a:buSzPts val="1400"/>
              <a:buNone/>
              <a:defRPr sz="1800" b="0" i="0" u="none" strike="noStrike" cap="none">
                <a:solidFill>
                  <a:schemeClr val="lt1"/>
                </a:solidFill>
                <a:latin typeface="Arial"/>
                <a:ea typeface="Arial"/>
                <a:cs typeface="Arial"/>
                <a:sym typeface="Arial"/>
              </a:defRPr>
            </a:lvl8pPr>
            <a:lvl9pPr marR="0" lvl="8" algn="l" rtl="0">
              <a:spcBef>
                <a:spcPts val="0"/>
              </a:spcBef>
              <a:spcAft>
                <a:spcPts val="0"/>
              </a:spcAft>
              <a:buSzPts val="1400"/>
              <a:buNone/>
              <a:defRPr sz="1800" b="0" i="0" u="none" strike="noStrike" cap="none">
                <a:solidFill>
                  <a:schemeClr val="lt1"/>
                </a:solidFill>
                <a:latin typeface="Arial"/>
                <a:ea typeface="Arial"/>
                <a:cs typeface="Arial"/>
                <a:sym typeface="Arial"/>
              </a:defRPr>
            </a:lvl9pPr>
          </a:lstStyle>
          <a:p>
            <a:endParaRPr/>
          </a:p>
        </p:txBody>
      </p:sp>
      <p:sp>
        <p:nvSpPr>
          <p:cNvPr id="9" name="Google Shape;9;p39"/>
          <p:cNvSpPr txBox="1">
            <a:spLocks noGrp="1"/>
          </p:cNvSpPr>
          <p:nvPr>
            <p:ph type="ftr" idx="11"/>
          </p:nvPr>
        </p:nvSpPr>
        <p:spPr>
          <a:xfrm>
            <a:off x="3359150" y="6507212"/>
            <a:ext cx="6379210" cy="153888"/>
          </a:xfrm>
          <a:prstGeom prst="rect">
            <a:avLst/>
          </a:prstGeom>
          <a:noFill/>
          <a:ln>
            <a:noFill/>
          </a:ln>
        </p:spPr>
        <p:txBody>
          <a:bodyPr spcFirstLastPara="1" wrap="square" lIns="0" tIns="0" rIns="0" bIns="0" anchor="ctr" anchorCtr="0">
            <a:spAutoFit/>
          </a:bodyPr>
          <a:lstStyle>
            <a:lvl1pPr marR="0" lvl="0" algn="l" rtl="0">
              <a:spcBef>
                <a:spcPts val="0"/>
              </a:spcBef>
              <a:spcAft>
                <a:spcPts val="0"/>
              </a:spcAft>
              <a:buSzPts val="1400"/>
              <a:buNone/>
              <a:defRPr sz="900" b="0" i="0" u="none" strike="noStrike" cap="none">
                <a:solidFill>
                  <a:schemeClr val="lt1"/>
                </a:solidFill>
                <a:latin typeface="Arial"/>
                <a:ea typeface="Arial"/>
                <a:cs typeface="Arial"/>
                <a:sym typeface="Arial"/>
              </a:defRPr>
            </a:lvl1pPr>
            <a:lvl2pPr marR="0" lvl="1" algn="l" rtl="0">
              <a:spcBef>
                <a:spcPts val="0"/>
              </a:spcBef>
              <a:spcAft>
                <a:spcPts val="0"/>
              </a:spcAft>
              <a:buSzPts val="1400"/>
              <a:buNone/>
              <a:defRPr sz="1800" b="0" i="0" u="none" strike="noStrike" cap="none">
                <a:solidFill>
                  <a:schemeClr val="lt1"/>
                </a:solidFill>
                <a:latin typeface="Arial"/>
                <a:ea typeface="Arial"/>
                <a:cs typeface="Arial"/>
                <a:sym typeface="Arial"/>
              </a:defRPr>
            </a:lvl2pPr>
            <a:lvl3pPr marR="0" lvl="2" algn="l" rtl="0">
              <a:spcBef>
                <a:spcPts val="0"/>
              </a:spcBef>
              <a:spcAft>
                <a:spcPts val="0"/>
              </a:spcAft>
              <a:buSzPts val="1400"/>
              <a:buNone/>
              <a:defRPr sz="1800" b="0" i="0" u="none" strike="noStrike" cap="none">
                <a:solidFill>
                  <a:schemeClr val="lt1"/>
                </a:solidFill>
                <a:latin typeface="Arial"/>
                <a:ea typeface="Arial"/>
                <a:cs typeface="Arial"/>
                <a:sym typeface="Arial"/>
              </a:defRPr>
            </a:lvl3pPr>
            <a:lvl4pPr marR="0" lvl="3" algn="l" rtl="0">
              <a:spcBef>
                <a:spcPts val="0"/>
              </a:spcBef>
              <a:spcAft>
                <a:spcPts val="0"/>
              </a:spcAft>
              <a:buSzPts val="1400"/>
              <a:buNone/>
              <a:defRPr sz="1800" b="0" i="0" u="none" strike="noStrike" cap="none">
                <a:solidFill>
                  <a:schemeClr val="lt1"/>
                </a:solidFill>
                <a:latin typeface="Arial"/>
                <a:ea typeface="Arial"/>
                <a:cs typeface="Arial"/>
                <a:sym typeface="Arial"/>
              </a:defRPr>
            </a:lvl4pPr>
            <a:lvl5pPr marR="0" lvl="4" algn="l" rtl="0">
              <a:spcBef>
                <a:spcPts val="0"/>
              </a:spcBef>
              <a:spcAft>
                <a:spcPts val="0"/>
              </a:spcAft>
              <a:buSzPts val="1400"/>
              <a:buNone/>
              <a:defRPr sz="1800" b="0" i="0" u="none" strike="noStrike" cap="none">
                <a:solidFill>
                  <a:schemeClr val="lt1"/>
                </a:solidFill>
                <a:latin typeface="Arial"/>
                <a:ea typeface="Arial"/>
                <a:cs typeface="Arial"/>
                <a:sym typeface="Arial"/>
              </a:defRPr>
            </a:lvl5pPr>
            <a:lvl6pPr marR="0" lvl="5" algn="l" rtl="0">
              <a:spcBef>
                <a:spcPts val="0"/>
              </a:spcBef>
              <a:spcAft>
                <a:spcPts val="0"/>
              </a:spcAft>
              <a:buSzPts val="1400"/>
              <a:buNone/>
              <a:defRPr sz="1800" b="0" i="0" u="none" strike="noStrike" cap="none">
                <a:solidFill>
                  <a:schemeClr val="lt1"/>
                </a:solidFill>
                <a:latin typeface="Arial"/>
                <a:ea typeface="Arial"/>
                <a:cs typeface="Arial"/>
                <a:sym typeface="Arial"/>
              </a:defRPr>
            </a:lvl6pPr>
            <a:lvl7pPr marR="0" lvl="6" algn="l" rtl="0">
              <a:spcBef>
                <a:spcPts val="0"/>
              </a:spcBef>
              <a:spcAft>
                <a:spcPts val="0"/>
              </a:spcAft>
              <a:buSzPts val="1400"/>
              <a:buNone/>
              <a:defRPr sz="1800" b="0" i="0" u="none" strike="noStrike" cap="none">
                <a:solidFill>
                  <a:schemeClr val="lt1"/>
                </a:solidFill>
                <a:latin typeface="Arial"/>
                <a:ea typeface="Arial"/>
                <a:cs typeface="Arial"/>
                <a:sym typeface="Arial"/>
              </a:defRPr>
            </a:lvl7pPr>
            <a:lvl8pPr marR="0" lvl="7" algn="l" rtl="0">
              <a:spcBef>
                <a:spcPts val="0"/>
              </a:spcBef>
              <a:spcAft>
                <a:spcPts val="0"/>
              </a:spcAft>
              <a:buSzPts val="1400"/>
              <a:buNone/>
              <a:defRPr sz="1800" b="0" i="0" u="none" strike="noStrike" cap="none">
                <a:solidFill>
                  <a:schemeClr val="lt1"/>
                </a:solidFill>
                <a:latin typeface="Arial"/>
                <a:ea typeface="Arial"/>
                <a:cs typeface="Arial"/>
                <a:sym typeface="Arial"/>
              </a:defRPr>
            </a:lvl8pPr>
            <a:lvl9pPr marR="0" lvl="8" algn="l" rtl="0">
              <a:spcBef>
                <a:spcPts val="0"/>
              </a:spcBef>
              <a:spcAft>
                <a:spcPts val="0"/>
              </a:spcAft>
              <a:buSzPts val="1400"/>
              <a:buNone/>
              <a:defRPr sz="1800" b="0" i="0" u="none" strike="noStrike" cap="none">
                <a:solidFill>
                  <a:schemeClr val="lt1"/>
                </a:solidFill>
                <a:latin typeface="Arial"/>
                <a:ea typeface="Arial"/>
                <a:cs typeface="Arial"/>
                <a:sym typeface="Arial"/>
              </a:defRPr>
            </a:lvl9pPr>
          </a:lstStyle>
          <a:p>
            <a:endParaRPr/>
          </a:p>
        </p:txBody>
      </p:sp>
      <p:sp>
        <p:nvSpPr>
          <p:cNvPr id="10" name="Google Shape;10;p39"/>
          <p:cNvSpPr txBox="1">
            <a:spLocks noGrp="1"/>
          </p:cNvSpPr>
          <p:nvPr>
            <p:ph type="sldNum" idx="12"/>
          </p:nvPr>
        </p:nvSpPr>
        <p:spPr>
          <a:xfrm>
            <a:off x="9948863" y="6507212"/>
            <a:ext cx="1692274" cy="153888"/>
          </a:xfrm>
          <a:prstGeom prst="rect">
            <a:avLst/>
          </a:prstGeom>
          <a:noFill/>
          <a:ln>
            <a:noFill/>
          </a:ln>
        </p:spPr>
        <p:txBody>
          <a:bodyPr spcFirstLastPara="1" wrap="square" lIns="0" tIns="0" rIns="0" bIns="0" anchor="ctr" anchorCtr="0">
            <a:spAutoFit/>
          </a:bodyPr>
          <a:lstStyle>
            <a:lvl1pPr marL="0" marR="0" lvl="0" indent="0" algn="r" rtl="0">
              <a:spcBef>
                <a:spcPts val="0"/>
              </a:spcBef>
              <a:buNone/>
              <a:defRPr sz="900" b="0" i="0" u="none" strike="noStrike" cap="none">
                <a:solidFill>
                  <a:schemeClr val="lt1"/>
                </a:solidFill>
                <a:latin typeface="Arial"/>
                <a:ea typeface="Arial"/>
                <a:cs typeface="Arial"/>
                <a:sym typeface="Arial"/>
              </a:defRPr>
            </a:lvl1pPr>
            <a:lvl2pPr marL="0" marR="0" lvl="1" indent="0" algn="r" rtl="0">
              <a:spcBef>
                <a:spcPts val="0"/>
              </a:spcBef>
              <a:buNone/>
              <a:defRPr sz="900" b="0" i="0" u="none" strike="noStrike" cap="none">
                <a:solidFill>
                  <a:schemeClr val="lt1"/>
                </a:solidFill>
                <a:latin typeface="Arial"/>
                <a:ea typeface="Arial"/>
                <a:cs typeface="Arial"/>
                <a:sym typeface="Arial"/>
              </a:defRPr>
            </a:lvl2pPr>
            <a:lvl3pPr marL="0" marR="0" lvl="2" indent="0" algn="r" rtl="0">
              <a:spcBef>
                <a:spcPts val="0"/>
              </a:spcBef>
              <a:buNone/>
              <a:defRPr sz="900" b="0" i="0" u="none" strike="noStrike" cap="none">
                <a:solidFill>
                  <a:schemeClr val="lt1"/>
                </a:solidFill>
                <a:latin typeface="Arial"/>
                <a:ea typeface="Arial"/>
                <a:cs typeface="Arial"/>
                <a:sym typeface="Arial"/>
              </a:defRPr>
            </a:lvl3pPr>
            <a:lvl4pPr marL="0" marR="0" lvl="3" indent="0" algn="r" rtl="0">
              <a:spcBef>
                <a:spcPts val="0"/>
              </a:spcBef>
              <a:buNone/>
              <a:defRPr sz="900" b="0" i="0" u="none" strike="noStrike" cap="none">
                <a:solidFill>
                  <a:schemeClr val="lt1"/>
                </a:solidFill>
                <a:latin typeface="Arial"/>
                <a:ea typeface="Arial"/>
                <a:cs typeface="Arial"/>
                <a:sym typeface="Arial"/>
              </a:defRPr>
            </a:lvl4pPr>
            <a:lvl5pPr marL="0" marR="0" lvl="4" indent="0" algn="r" rtl="0">
              <a:spcBef>
                <a:spcPts val="0"/>
              </a:spcBef>
              <a:buNone/>
              <a:defRPr sz="900" b="0" i="0" u="none" strike="noStrike" cap="none">
                <a:solidFill>
                  <a:schemeClr val="lt1"/>
                </a:solidFill>
                <a:latin typeface="Arial"/>
                <a:ea typeface="Arial"/>
                <a:cs typeface="Arial"/>
                <a:sym typeface="Arial"/>
              </a:defRPr>
            </a:lvl5pPr>
            <a:lvl6pPr marL="0" marR="0" lvl="5" indent="0" algn="r" rtl="0">
              <a:spcBef>
                <a:spcPts val="0"/>
              </a:spcBef>
              <a:buNone/>
              <a:defRPr sz="900" b="0" i="0" u="none" strike="noStrike" cap="none">
                <a:solidFill>
                  <a:schemeClr val="lt1"/>
                </a:solidFill>
                <a:latin typeface="Arial"/>
                <a:ea typeface="Arial"/>
                <a:cs typeface="Arial"/>
                <a:sym typeface="Arial"/>
              </a:defRPr>
            </a:lvl6pPr>
            <a:lvl7pPr marL="0" marR="0" lvl="6" indent="0" algn="r" rtl="0">
              <a:spcBef>
                <a:spcPts val="0"/>
              </a:spcBef>
              <a:buNone/>
              <a:defRPr sz="900" b="0" i="0" u="none" strike="noStrike" cap="none">
                <a:solidFill>
                  <a:schemeClr val="lt1"/>
                </a:solidFill>
                <a:latin typeface="Arial"/>
                <a:ea typeface="Arial"/>
                <a:cs typeface="Arial"/>
                <a:sym typeface="Arial"/>
              </a:defRPr>
            </a:lvl7pPr>
            <a:lvl8pPr marL="0" marR="0" lvl="7" indent="0" algn="r" rtl="0">
              <a:spcBef>
                <a:spcPts val="0"/>
              </a:spcBef>
              <a:buNone/>
              <a:defRPr sz="900" b="0" i="0" u="none" strike="noStrike" cap="none">
                <a:solidFill>
                  <a:schemeClr val="lt1"/>
                </a:solidFill>
                <a:latin typeface="Arial"/>
                <a:ea typeface="Arial"/>
                <a:cs typeface="Arial"/>
                <a:sym typeface="Arial"/>
              </a:defRPr>
            </a:lvl8pPr>
            <a:lvl9pPr marL="0" marR="0" lvl="8" indent="0" algn="r" rtl="0">
              <a:spcBef>
                <a:spcPts val="0"/>
              </a:spcBef>
              <a:buNone/>
              <a:defRPr sz="900" b="0" i="0" u="none" strike="noStrike" cap="none">
                <a:solidFill>
                  <a:schemeClr val="lt1"/>
                </a:solidFill>
                <a:latin typeface="Arial"/>
                <a:ea typeface="Arial"/>
                <a:cs typeface="Arial"/>
                <a:sym typeface="Arial"/>
              </a:defRPr>
            </a:lvl9pPr>
          </a:lstStyle>
          <a:p>
            <a:pPr marL="0" lvl="0" indent="0" algn="r" rtl="0">
              <a:spcBef>
                <a:spcPts val="0"/>
              </a:spcBef>
              <a:spcAft>
                <a:spcPts val="0"/>
              </a:spcAft>
              <a:buNone/>
            </a:pPr>
            <a:fld id="{00000000-1234-1234-1234-123412341234}" type="slidenum">
              <a:rPr lang="en-US"/>
              <a:t>‹#›</a:t>
            </a:fld>
            <a:endParaRPr/>
          </a:p>
        </p:txBody>
      </p:sp>
      <p:sp>
        <p:nvSpPr>
          <p:cNvPr id="11" name="Google Shape;11;p39"/>
          <p:cNvSpPr txBox="1"/>
          <p:nvPr/>
        </p:nvSpPr>
        <p:spPr>
          <a:xfrm>
            <a:off x="63500" y="6687820"/>
            <a:ext cx="419100" cy="106680"/>
          </a:xfrm>
          <a:prstGeom prst="rect">
            <a:avLst/>
          </a:prstGeom>
          <a:noFill/>
          <a:ln>
            <a:noFill/>
          </a:ln>
        </p:spPr>
        <p:txBody>
          <a:bodyPr spcFirstLastPara="1" wrap="square" lIns="0" tIns="0" rIns="0" bIns="0" anchor="t" anchorCtr="0">
            <a:spAutoFit/>
          </a:bodyPr>
          <a:lstStyle/>
          <a:p>
            <a:pPr marL="0" marR="0" lvl="0" indent="0" algn="l" rtl="0">
              <a:spcBef>
                <a:spcPts val="0"/>
              </a:spcBef>
              <a:spcAft>
                <a:spcPts val="0"/>
              </a:spcAft>
              <a:buNone/>
            </a:pPr>
            <a:r>
              <a:rPr lang="en-US" sz="700" b="0" i="0" u="none" strike="noStrike" cap="none">
                <a:solidFill>
                  <a:srgbClr val="000000"/>
                </a:solidFill>
                <a:latin typeface="Calibri"/>
                <a:ea typeface="Calibri"/>
                <a:cs typeface="Calibri"/>
                <a:sym typeface="Calibri"/>
              </a:rPr>
              <a:t>C2 General</a:t>
            </a:r>
            <a:endParaRPr/>
          </a:p>
        </p:txBody>
      </p:sp>
    </p:spTree>
  </p:cSld>
  <p:clrMap bg1="lt1" tx1="dk1" bg2="dk2" tx2="lt2" accent1="accent1" accent2="accent2" accent3="accent3" accent4="accent4" accent5="accent5" accent6="accent6" hlink="hlink" folHlink="folHlink"/>
  <p:sldLayoutIdLst>
    <p:sldLayoutId id="2147483649" r:id="rId1"/>
    <p:sldLayoutId id="2147483650" r:id="rId2"/>
    <p:sldLayoutId id="2147483651" r:id="rId3"/>
    <p:sldLayoutId id="2147483652" r:id="rId4"/>
    <p:sldLayoutId id="2147483653" r:id="rId5"/>
    <p:sldLayoutId id="2147483654" r:id="rId6"/>
    <p:sldLayoutId id="2147483655" r:id="rId7"/>
    <p:sldLayoutId id="2147483656" r:id="rId8"/>
    <p:sldLayoutId id="2147483657" r:id="rId9"/>
    <p:sldLayoutId id="2147483658" r:id="rId10"/>
    <p:sldLayoutId id="2147483659" r:id="rId11"/>
  </p:sldLayoutIdLst>
  <p:hf sldNum="0" hdr="0" ftr="0" dt="0"/>
  <p:txStyles>
    <p:titleStyle>
      <a:defPPr marR="0" lvl="0" algn="l" rtl="0">
        <a:lnSpc>
          <a:spcPct val="100000"/>
        </a:lnSpc>
        <a:spcBef>
          <a:spcPts val="0"/>
        </a:spcBef>
        <a:spcAft>
          <a:spcPts val="0"/>
        </a:spcAft>
      </a:defPPr>
      <a:lvl1pPr marR="0" lvl="0"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1pPr>
      <a:lvl2pPr marR="0" lvl="1"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2pPr>
      <a:lvl3pPr marR="0" lvl="2"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3pPr>
      <a:lvl4pPr marR="0" lvl="3"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4pPr>
      <a:lvl5pPr marR="0" lvl="4"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5pPr>
      <a:lvl6pPr marR="0" lvl="5"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6pPr>
      <a:lvl7pPr marR="0" lvl="6"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7pPr>
      <a:lvl8pPr marR="0" lvl="7"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8pPr>
      <a:lvl9pPr marR="0" lvl="8"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9pPr>
    </p:titleStyle>
    <p:bodyStyle>
      <a:defPPr marR="0" lvl="0" algn="l" rtl="0">
        <a:lnSpc>
          <a:spcPct val="100000"/>
        </a:lnSpc>
        <a:spcBef>
          <a:spcPts val="0"/>
        </a:spcBef>
        <a:spcAft>
          <a:spcPts val="0"/>
        </a:spcAft>
      </a:defPPr>
      <a:lvl1pPr marR="0" lvl="0"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1pPr>
      <a:lvl2pPr marR="0" lvl="1"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2pPr>
      <a:lvl3pPr marR="0" lvl="2"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3pPr>
      <a:lvl4pPr marR="0" lvl="3"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4pPr>
      <a:lvl5pPr marR="0" lvl="4"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5pPr>
      <a:lvl6pPr marR="0" lvl="5"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6pPr>
      <a:lvl7pPr marR="0" lvl="6"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7pPr>
      <a:lvl8pPr marR="0" lvl="7"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8pPr>
      <a:lvl9pPr marR="0" lvl="8"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9pPr>
    </p:bodyStyle>
    <p:otherStyle>
      <a:defPPr marR="0" lvl="0" algn="l" rtl="0">
        <a:lnSpc>
          <a:spcPct val="100000"/>
        </a:lnSpc>
        <a:spcBef>
          <a:spcPts val="0"/>
        </a:spcBef>
        <a:spcAft>
          <a:spcPts val="0"/>
        </a:spcAft>
      </a:defPPr>
      <a:lvl1pPr marR="0" lvl="0"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1pPr>
      <a:lvl2pPr marR="0" lvl="1"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2pPr>
      <a:lvl3pPr marR="0" lvl="2"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3pPr>
      <a:lvl4pPr marR="0" lvl="3"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4pPr>
      <a:lvl5pPr marR="0" lvl="4"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5pPr>
      <a:lvl6pPr marR="0" lvl="5"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6pPr>
      <a:lvl7pPr marR="0" lvl="6"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7pPr>
      <a:lvl8pPr marR="0" lvl="7"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8pPr>
      <a:lvl9pPr marR="0" lvl="8"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9pPr>
    </p:otherStyle>
  </p:txStyles>
</p:sldMaster>
</file>

<file path=ppt/slides/_rels/slide1.xml.rels><?xml version="1.0" encoding="UTF-8" standalone="yes"?>
<Relationships xmlns="http://schemas.openxmlformats.org/package/2006/relationships"><Relationship Id="rId2" Type="http://schemas.openxmlformats.org/officeDocument/2006/relationships/notesSlide" Target="../notesSlides/notesSlide1.xml"/><Relationship Id="rId1" Type="http://schemas.openxmlformats.org/officeDocument/2006/relationships/slideLayout" Target="../slideLayouts/slideLayout1.xml"/></Relationships>
</file>

<file path=ppt/slides/_rels/slide2.xml.rels><?xml version="1.0" encoding="UTF-8" standalone="yes"?>
<Relationships xmlns="http://schemas.openxmlformats.org/package/2006/relationships"><Relationship Id="rId2" Type="http://schemas.openxmlformats.org/officeDocument/2006/relationships/notesSlide" Target="../notesSlides/notesSlide2.xml"/><Relationship Id="rId1" Type="http://schemas.openxmlformats.org/officeDocument/2006/relationships/slideLayout" Target="../slideLayouts/slideLayout2.xml"/></Relationships>
</file>

<file path=ppt/slides/_rels/slide3.xml.rels><?xml version="1.0" encoding="UTF-8" standalone="yes"?>
<Relationships xmlns="http://schemas.openxmlformats.org/package/2006/relationships"><Relationship Id="rId2" Type="http://schemas.openxmlformats.org/officeDocument/2006/relationships/notesSlide" Target="../notesSlides/notesSlide3.xml"/><Relationship Id="rId1" Type="http://schemas.openxmlformats.org/officeDocument/2006/relationships/slideLayout" Target="../slideLayouts/slideLayout2.xml"/></Relationships>
</file>

<file path=ppt/slides/_rels/slide4.xml.rels><?xml version="1.0" encoding="UTF-8" standalone="yes"?>
<Relationships xmlns="http://schemas.openxmlformats.org/package/2006/relationships"><Relationship Id="rId2" Type="http://schemas.openxmlformats.org/officeDocument/2006/relationships/notesSlide" Target="../notesSlides/notesSlide4.xml"/><Relationship Id="rId1" Type="http://schemas.openxmlformats.org/officeDocument/2006/relationships/slideLayout" Target="../slideLayouts/slideLayout2.xml"/></Relationships>
</file>

<file path=ppt/slides/_rels/slide5.xml.rels><?xml version="1.0" encoding="UTF-8" standalone="yes"?>
<Relationships xmlns="http://schemas.openxmlformats.org/package/2006/relationships"><Relationship Id="rId3" Type="http://schemas.openxmlformats.org/officeDocument/2006/relationships/image" Target="../media/image1.png"/><Relationship Id="rId2" Type="http://schemas.openxmlformats.org/officeDocument/2006/relationships/notesSlide" Target="../notesSlides/notesSlide5.xml"/><Relationship Id="rId1" Type="http://schemas.openxmlformats.org/officeDocument/2006/relationships/slideLayout" Target="../slideLayouts/slideLayout2.xml"/></Relationships>
</file>

<file path=ppt/slides/_rels/slide6.xml.rels><?xml version="1.0" encoding="UTF-8" standalone="yes"?>
<Relationships xmlns="http://schemas.openxmlformats.org/package/2006/relationships"><Relationship Id="rId3" Type="http://schemas.openxmlformats.org/officeDocument/2006/relationships/hyperlink" Target="https://developer.android.com/studio" TargetMode="External"/><Relationship Id="rId2" Type="http://schemas.openxmlformats.org/officeDocument/2006/relationships/notesSlide" Target="../notesSlides/notesSlide6.xml"/><Relationship Id="rId1" Type="http://schemas.openxmlformats.org/officeDocument/2006/relationships/slideLayout" Target="../slideLayouts/slideLayout2.xml"/><Relationship Id="rId5" Type="http://schemas.openxmlformats.org/officeDocument/2006/relationships/hyperlink" Target="https://www.geeksforgeeks.org/flutter-installation-on-macos/?ref=header_search" TargetMode="External"/><Relationship Id="rId4" Type="http://schemas.openxmlformats.org/officeDocument/2006/relationships/hyperlink" Target="https://www.geeksforgeeks.org/how-to-install-flutter-on-windows/" TargetMode="External"/></Relationships>
</file>

<file path=ppt/slides/_rels/slide7.xml.rels><?xml version="1.0" encoding="UTF-8" standalone="yes"?>
<Relationships xmlns="http://schemas.openxmlformats.org/package/2006/relationships"><Relationship Id="rId2" Type="http://schemas.openxmlformats.org/officeDocument/2006/relationships/notesSlide" Target="../notesSlides/notesSlide7.xml"/><Relationship Id="rId1" Type="http://schemas.openxmlformats.org/officeDocument/2006/relationships/slideLayout" Target="../slideLayouts/slideLayout2.xml"/></Relationships>
</file>

<file path=ppt/slides/_rels/slide8.xml.rels><?xml version="1.0" encoding="UTF-8" standalone="yes"?>
<Relationships xmlns="http://schemas.openxmlformats.org/package/2006/relationships"><Relationship Id="rId2" Type="http://schemas.openxmlformats.org/officeDocument/2006/relationships/notesSlide" Target="../notesSlides/notesSlide8.xml"/><Relationship Id="rId1" Type="http://schemas.openxmlformats.org/officeDocument/2006/relationships/slideLayout" Target="../slideLayouts/slideLayout2.xml"/></Relationships>
</file>

<file path=ppt/slides/_rels/slide9.xml.rels><?xml version="1.0" encoding="UTF-8" standalone="yes"?>
<Relationships xmlns="http://schemas.openxmlformats.org/package/2006/relationships"><Relationship Id="rId2" Type="http://schemas.openxmlformats.org/officeDocument/2006/relationships/notesSlide" Target="../notesSlides/notesSlide9.xml"/><Relationship Id="rId1" Type="http://schemas.openxmlformats.org/officeDocument/2006/relationships/slideLayout" Target="../slideLayouts/slideLayout2.xml"/></Relationships>
</file>

<file path=ppt/slides/_rels/slide10.xml.rels><?xml version="1.0" encoding="UTF-8" standalone="yes"?>
<Relationships xmlns="http://schemas.openxmlformats.org/package/2006/relationships"><Relationship Id="rId2" Type="http://schemas.openxmlformats.org/officeDocument/2006/relationships/notesSlide" Target="../notesSlides/notesSlide10.xml"/><Relationship Id="rId1" Type="http://schemas.openxmlformats.org/officeDocument/2006/relationships/slideLayout" Target="../slideLayouts/slideLayout2.xml"/></Relationships>
</file>

<file path=ppt/slides/_rels/slide11.xml.rels><?xml version="1.0" encoding="UTF-8" standalone="yes"?>
<Relationships xmlns="http://schemas.openxmlformats.org/package/2006/relationships"><Relationship Id="rId2" Type="http://schemas.openxmlformats.org/officeDocument/2006/relationships/notesSlide" Target="../notesSlides/notesSlide11.xml"/><Relationship Id="rId1" Type="http://schemas.openxmlformats.org/officeDocument/2006/relationships/slideLayout" Target="../slideLayouts/slideLayout2.xml"/></Relationships>
</file>

<file path=ppt/slides/_rels/slide12.xml.rels><?xml version="1.0" encoding="UTF-8" standalone="yes"?>
<Relationships xmlns="http://schemas.openxmlformats.org/package/2006/relationships"><Relationship Id="rId2" Type="http://schemas.openxmlformats.org/officeDocument/2006/relationships/notesSlide" Target="../notesSlides/notesSlide12.xml"/><Relationship Id="rId1" Type="http://schemas.openxmlformats.org/officeDocument/2006/relationships/slideLayout" Target="../slideLayouts/slideLayout2.xml"/></Relationships>
</file>

<file path=ppt/slides/_rels/slide13.xml.rels><?xml version="1.0" encoding="UTF-8" standalone="yes"?>
<Relationships xmlns="http://schemas.openxmlformats.org/package/2006/relationships"><Relationship Id="rId2" Type="http://schemas.openxmlformats.org/officeDocument/2006/relationships/notesSlide" Target="../notesSlides/notesSlide13.xml"/><Relationship Id="rId1" Type="http://schemas.openxmlformats.org/officeDocument/2006/relationships/slideLayout" Target="../slideLayouts/slideLayout2.xml"/></Relationships>
</file>

<file path=ppt/slides/_rels/slide14.xml.rels><?xml version="1.0" encoding="UTF-8" standalone="yes"?>
<Relationships xmlns="http://schemas.openxmlformats.org/package/2006/relationships"><Relationship Id="rId2" Type="http://schemas.openxmlformats.org/officeDocument/2006/relationships/notesSlide" Target="../notesSlides/notesSlide14.xml"/><Relationship Id="rId1" Type="http://schemas.openxmlformats.org/officeDocument/2006/relationships/slideLayout" Target="../slideLayouts/slideLayout2.xml"/></Relationships>
</file>

<file path=ppt/slides/_rels/slide15.xml.rels><?xml version="1.0" encoding="UTF-8" standalone="yes"?>
<Relationships xmlns="http://schemas.openxmlformats.org/package/2006/relationships"><Relationship Id="rId2" Type="http://schemas.openxmlformats.org/officeDocument/2006/relationships/notesSlide" Target="../notesSlides/notesSlide15.xml"/><Relationship Id="rId1" Type="http://schemas.openxmlformats.org/officeDocument/2006/relationships/slideLayout" Target="../slideLayouts/slideLayout2.xml"/></Relationships>
</file>

<file path=ppt/slides/_rels/slide16.xml.rels><?xml version="1.0" encoding="UTF-8" standalone="yes"?>
<Relationships xmlns="http://schemas.openxmlformats.org/package/2006/relationships"><Relationship Id="rId2" Type="http://schemas.openxmlformats.org/officeDocument/2006/relationships/notesSlide" Target="../notesSlides/notesSlide16.xml"/><Relationship Id="rId1" Type="http://schemas.openxmlformats.org/officeDocument/2006/relationships/slideLayout" Target="../slideLayouts/slideLayout2.xml"/></Relationships>
</file>

<file path=ppt/slides/_rels/slide17.xml.rels><?xml version="1.0" encoding="UTF-8" standalone="yes"?>
<Relationships xmlns="http://schemas.openxmlformats.org/package/2006/relationships"><Relationship Id="rId2" Type="http://schemas.openxmlformats.org/officeDocument/2006/relationships/notesSlide" Target="../notesSlides/notesSlide17.xml"/><Relationship Id="rId1" Type="http://schemas.openxmlformats.org/officeDocument/2006/relationships/slideLayout" Target="../slideLayouts/slideLayout2.xml"/></Relationships>
</file>

<file path=ppt/slides/_rels/slide18.xml.rels><?xml version="1.0" encoding="UTF-8" standalone="yes"?>
<Relationships xmlns="http://schemas.openxmlformats.org/package/2006/relationships"><Relationship Id="rId2" Type="http://schemas.openxmlformats.org/officeDocument/2006/relationships/notesSlide" Target="../notesSlides/notesSlide18.xml"/><Relationship Id="rId1" Type="http://schemas.openxmlformats.org/officeDocument/2006/relationships/slideLayout" Target="../slideLayouts/slideLayout2.xml"/></Relationships>
</file>

<file path=ppt/slides/_rels/slide19.xml.rels><?xml version="1.0" encoding="UTF-8" standalone="yes"?>
<Relationships xmlns="http://schemas.openxmlformats.org/package/2006/relationships"><Relationship Id="rId2" Type="http://schemas.openxmlformats.org/officeDocument/2006/relationships/notesSlide" Target="../notesSlides/notesSlide19.xml"/><Relationship Id="rId1" Type="http://schemas.openxmlformats.org/officeDocument/2006/relationships/slideLayout" Target="../slideLayouts/slideLayout2.xml"/></Relationships>
</file>

<file path=ppt/slides/_rels/slide20.xml.rels><?xml version="1.0" encoding="UTF-8" standalone="yes"?>
<Relationships xmlns="http://schemas.openxmlformats.org/package/2006/relationships"><Relationship Id="rId2" Type="http://schemas.openxmlformats.org/officeDocument/2006/relationships/notesSlide" Target="../notesSlides/notesSlide20.xml"/><Relationship Id="rId1" Type="http://schemas.openxmlformats.org/officeDocument/2006/relationships/slideLayout" Target="../slideLayouts/slideLayout2.xml"/></Relationships>
</file>

<file path=ppt/slides/_rels/slide21.xml.rels><?xml version="1.0" encoding="UTF-8" standalone="yes"?>
<Relationships xmlns="http://schemas.openxmlformats.org/package/2006/relationships"><Relationship Id="rId3" Type="http://schemas.openxmlformats.org/officeDocument/2006/relationships/image" Target="../media/image2.png"/><Relationship Id="rId2" Type="http://schemas.openxmlformats.org/officeDocument/2006/relationships/notesSlide" Target="../notesSlides/notesSlide21.xml"/><Relationship Id="rId1" Type="http://schemas.openxmlformats.org/officeDocument/2006/relationships/slideLayout" Target="../slideLayouts/slideLayout2.xml"/><Relationship Id="rId4" Type="http://schemas.openxmlformats.org/officeDocument/2006/relationships/image" Target="../media/image3.png"/></Relationships>
</file>

<file path=ppt/slides/_rels/slide22.xml.rels><?xml version="1.0" encoding="UTF-8" standalone="yes"?>
<Relationships xmlns="http://schemas.openxmlformats.org/package/2006/relationships"><Relationship Id="rId2" Type="http://schemas.openxmlformats.org/officeDocument/2006/relationships/notesSlide" Target="../notesSlides/notesSlide22.xml"/><Relationship Id="rId1" Type="http://schemas.openxmlformats.org/officeDocument/2006/relationships/slideLayout" Target="../slideLayouts/slideLayout2.xml"/></Relationships>
</file>

<file path=ppt/slides/_rels/slide23.xml.rels><?xml version="1.0" encoding="UTF-8" standalone="yes"?>
<Relationships xmlns="http://schemas.openxmlformats.org/package/2006/relationships"><Relationship Id="rId3" Type="http://schemas.openxmlformats.org/officeDocument/2006/relationships/image" Target="../media/image4.png"/><Relationship Id="rId2" Type="http://schemas.openxmlformats.org/officeDocument/2006/relationships/notesSlide" Target="../notesSlides/notesSlide23.xml"/><Relationship Id="rId1" Type="http://schemas.openxmlformats.org/officeDocument/2006/relationships/slideLayout" Target="../slideLayouts/slideLayout2.xml"/></Relationships>
</file>

<file path=ppt/slides/_rels/slide24.xml.rels><?xml version="1.0" encoding="UTF-8" standalone="yes"?>
<Relationships xmlns="http://schemas.openxmlformats.org/package/2006/relationships"><Relationship Id="rId3" Type="http://schemas.openxmlformats.org/officeDocument/2006/relationships/image" Target="../media/image5.png"/><Relationship Id="rId2" Type="http://schemas.openxmlformats.org/officeDocument/2006/relationships/notesSlide" Target="../notesSlides/notesSlide24.xml"/><Relationship Id="rId1" Type="http://schemas.openxmlformats.org/officeDocument/2006/relationships/slideLayout" Target="../slideLayouts/slideLayout2.xml"/></Relationships>
</file>

<file path=ppt/slides/_rels/slide25.xml.rels><?xml version="1.0" encoding="UTF-8" standalone="yes"?>
<Relationships xmlns="http://schemas.openxmlformats.org/package/2006/relationships"><Relationship Id="rId3" Type="http://schemas.openxmlformats.org/officeDocument/2006/relationships/image" Target="../media/image6.png"/><Relationship Id="rId2" Type="http://schemas.openxmlformats.org/officeDocument/2006/relationships/notesSlide" Target="../notesSlides/notesSlide25.xml"/><Relationship Id="rId1" Type="http://schemas.openxmlformats.org/officeDocument/2006/relationships/slideLayout" Target="../slideLayouts/slideLayout2.xml"/><Relationship Id="rId4" Type="http://schemas.openxmlformats.org/officeDocument/2006/relationships/image" Target="../media/image7.png"/></Relationships>
</file>

<file path=ppt/slides/_rels/slide26.xml.rels><?xml version="1.0" encoding="UTF-8" standalone="yes"?>
<Relationships xmlns="http://schemas.openxmlformats.org/package/2006/relationships"><Relationship Id="rId3" Type="http://schemas.openxmlformats.org/officeDocument/2006/relationships/image" Target="../media/image8.png"/><Relationship Id="rId2" Type="http://schemas.openxmlformats.org/officeDocument/2006/relationships/notesSlide" Target="../notesSlides/notesSlide26.xml"/><Relationship Id="rId1" Type="http://schemas.openxmlformats.org/officeDocument/2006/relationships/slideLayout" Target="../slideLayouts/slideLayout2.xml"/></Relationships>
</file>

<file path=ppt/slides/_rels/slide27.xml.rels><?xml version="1.0" encoding="UTF-8" standalone="yes"?>
<Relationships xmlns="http://schemas.openxmlformats.org/package/2006/relationships"><Relationship Id="rId3" Type="http://schemas.openxmlformats.org/officeDocument/2006/relationships/image" Target="../media/image9.png"/><Relationship Id="rId2" Type="http://schemas.openxmlformats.org/officeDocument/2006/relationships/notesSlide" Target="../notesSlides/notesSlide27.xml"/><Relationship Id="rId1" Type="http://schemas.openxmlformats.org/officeDocument/2006/relationships/slideLayout" Target="../slideLayouts/slideLayout2.xml"/></Relationships>
</file>

<file path=ppt/slides/_rels/slide28.xml.rels><?xml version="1.0" encoding="UTF-8" standalone="yes"?>
<Relationships xmlns="http://schemas.openxmlformats.org/package/2006/relationships"><Relationship Id="rId2" Type="http://schemas.openxmlformats.org/officeDocument/2006/relationships/notesSlide" Target="../notesSlides/notesSlide28.xml"/><Relationship Id="rId1" Type="http://schemas.openxmlformats.org/officeDocument/2006/relationships/slideLayout" Target="../slideLayouts/slideLayout2.xml"/></Relationships>
</file>

<file path=ppt/slides/_rels/slide29.xml.rels><?xml version="1.0" encoding="UTF-8" standalone="yes"?>
<Relationships xmlns="http://schemas.openxmlformats.org/package/2006/relationships"><Relationship Id="rId2" Type="http://schemas.openxmlformats.org/officeDocument/2006/relationships/notesSlide" Target="../notesSlides/notesSlide29.xml"/><Relationship Id="rId1" Type="http://schemas.openxmlformats.org/officeDocument/2006/relationships/slideLayout" Target="../slideLayouts/slideLayout2.xml"/></Relationships>
</file>

<file path=ppt/slides/_rels/slide30.xml.rels><?xml version="1.0" encoding="UTF-8" standalone="yes"?>
<Relationships xmlns="http://schemas.openxmlformats.org/package/2006/relationships"><Relationship Id="rId3" Type="http://schemas.openxmlformats.org/officeDocument/2006/relationships/image" Target="../media/image10.png"/><Relationship Id="rId2" Type="http://schemas.openxmlformats.org/officeDocument/2006/relationships/notesSlide" Target="../notesSlides/notesSlide30.xml"/><Relationship Id="rId1" Type="http://schemas.openxmlformats.org/officeDocument/2006/relationships/slideLayout" Target="../slideLayouts/slideLayout2.xml"/></Relationships>
</file>

<file path=ppt/slides/_rels/slide31.xml.rels><?xml version="1.0" encoding="UTF-8" standalone="yes"?>
<Relationships xmlns="http://schemas.openxmlformats.org/package/2006/relationships"><Relationship Id="rId3" Type="http://schemas.openxmlformats.org/officeDocument/2006/relationships/image" Target="../media/image11.png"/><Relationship Id="rId2" Type="http://schemas.openxmlformats.org/officeDocument/2006/relationships/notesSlide" Target="../notesSlides/notesSlide31.xml"/><Relationship Id="rId1" Type="http://schemas.openxmlformats.org/officeDocument/2006/relationships/slideLayout" Target="../slideLayouts/slideLayout2.xml"/></Relationships>
</file>

<file path=ppt/slides/_rels/slide32.xml.rels><?xml version="1.0" encoding="UTF-8" standalone="yes"?>
<Relationships xmlns="http://schemas.openxmlformats.org/package/2006/relationships"><Relationship Id="rId3" Type="http://schemas.openxmlformats.org/officeDocument/2006/relationships/image" Target="../media/image12.jpg"/><Relationship Id="rId2" Type="http://schemas.openxmlformats.org/officeDocument/2006/relationships/notesSlide" Target="../notesSlides/notesSlide32.xml"/><Relationship Id="rId1" Type="http://schemas.openxmlformats.org/officeDocument/2006/relationships/slideLayout" Target="../slideLayouts/slideLayout2.xml"/></Relationships>
</file>

<file path=ppt/slides/_rels/slide33.xml.rels><?xml version="1.0" encoding="UTF-8" standalone="yes"?>
<Relationships xmlns="http://schemas.openxmlformats.org/package/2006/relationships"><Relationship Id="rId3" Type="http://schemas.openxmlformats.org/officeDocument/2006/relationships/image" Target="../media/image13.png"/><Relationship Id="rId2" Type="http://schemas.openxmlformats.org/officeDocument/2006/relationships/notesSlide" Target="../notesSlides/notesSlide33.xml"/><Relationship Id="rId1" Type="http://schemas.openxmlformats.org/officeDocument/2006/relationships/slideLayout" Target="../slideLayouts/slideLayout2.xml"/><Relationship Id="rId4" Type="http://schemas.openxmlformats.org/officeDocument/2006/relationships/image" Target="../media/image14.png"/></Relationships>
</file>

<file path=ppt/slides/_rels/slide34.xml.rels><?xml version="1.0" encoding="UTF-8" standalone="yes"?>
<Relationships xmlns="http://schemas.openxmlformats.org/package/2006/relationships"><Relationship Id="rId3" Type="http://schemas.openxmlformats.org/officeDocument/2006/relationships/image" Target="../media/image15.png"/><Relationship Id="rId2" Type="http://schemas.openxmlformats.org/officeDocument/2006/relationships/notesSlide" Target="../notesSlides/notesSlide34.xml"/><Relationship Id="rId1" Type="http://schemas.openxmlformats.org/officeDocument/2006/relationships/slideLayout" Target="../slideLayouts/slideLayout2.xml"/></Relationships>
</file>

<file path=ppt/slides/_rels/slide35.xml.rels><?xml version="1.0" encoding="UTF-8" standalone="yes"?>
<Relationships xmlns="http://schemas.openxmlformats.org/package/2006/relationships"><Relationship Id="rId3" Type="http://schemas.openxmlformats.org/officeDocument/2006/relationships/image" Target="../media/image16.png"/><Relationship Id="rId2" Type="http://schemas.openxmlformats.org/officeDocument/2006/relationships/notesSlide" Target="../notesSlides/notesSlide35.xml"/><Relationship Id="rId1" Type="http://schemas.openxmlformats.org/officeDocument/2006/relationships/slideLayout" Target="../slideLayouts/slideLayout2.xml"/></Relationships>
</file>

<file path=ppt/slides/_rels/slide36.xml.rels><?xml version="1.0" encoding="UTF-8" standalone="yes"?>
<Relationships xmlns="http://schemas.openxmlformats.org/package/2006/relationships"><Relationship Id="rId2" Type="http://schemas.openxmlformats.org/officeDocument/2006/relationships/notesSlide" Target="../notesSlides/notesSlide36.xml"/><Relationship Id="rId1" Type="http://schemas.openxmlformats.org/officeDocument/2006/relationships/slideLayout" Target="../slideLayouts/slideLayout2.xml"/></Relationships>
</file>

<file path=ppt/slides/_rels/slide37.xml.rels><?xml version="1.0" encoding="UTF-8" standalone="yes"?>
<Relationships xmlns="http://schemas.openxmlformats.org/package/2006/relationships"><Relationship Id="rId2" Type="http://schemas.openxmlformats.org/officeDocument/2006/relationships/notesSlide" Target="../notesSlides/notesSlide37.xml"/><Relationship Id="rId1" Type="http://schemas.openxmlformats.org/officeDocument/2006/relationships/slideLayout" Target="../slideLayouts/slideLayout2.xml"/></Relationships>
</file>

<file path=ppt/slides/_rels/slide38.xml.rels><?xml version="1.0" encoding="UTF-8" standalone="yes"?>
<Relationships xmlns="http://schemas.openxmlformats.org/package/2006/relationships"><Relationship Id="rId2" Type="http://schemas.openxmlformats.org/officeDocument/2006/relationships/notesSlide" Target="../notesSlides/notesSlide38.xml"/><Relationship Id="rId1" Type="http://schemas.openxmlformats.org/officeDocument/2006/relationships/slideLayout" Target="../slideLayouts/slideLayout2.xml"/></Relationships>
</file>

<file path=ppt/slides/slide1.xml><?xml version="1.0" encoding="utf-8"?>
<p:sld xmlns:a="http://schemas.openxmlformats.org/drawingml/2006/main" xmlns:r="http://schemas.openxmlformats.org/officeDocument/2006/relationships" xmlns:p="http://schemas.openxmlformats.org/presentationml/2006/main">
  <p:cSld>
    <p:bg>
      <p:bgPr>
        <a:solidFill>
          <a:schemeClr val="dk2"/>
        </a:solidFill>
        <a:effectLst/>
      </p:bgPr>
    </p:bg>
    <p:spTree>
      <p:nvGrpSpPr>
        <p:cNvPr id="1" name="Shape 124"/>
        <p:cNvGrpSpPr/>
        <p:nvPr/>
      </p:nvGrpSpPr>
      <p:grpSpPr>
        <a:xfrm>
          <a:off x="0" y="0"/>
          <a:ext cx="0" cy="0"/>
          <a:chOff x="0" y="0"/>
          <a:chExt cx="0" cy="0"/>
        </a:xfrm>
      </p:grpSpPr>
      <p:sp>
        <p:nvSpPr>
          <p:cNvPr id="125" name="Google Shape;125;p1"/>
          <p:cNvSpPr/>
          <p:nvPr/>
        </p:nvSpPr>
        <p:spPr>
          <a:xfrm>
            <a:off x="0" y="190550"/>
            <a:ext cx="12192000" cy="6858000"/>
          </a:xfrm>
          <a:prstGeom prst="rect">
            <a:avLst/>
          </a:prstGeom>
          <a:solidFill>
            <a:schemeClr val="dk2"/>
          </a:solidFill>
          <a:ln>
            <a:noFill/>
          </a:ln>
        </p:spPr>
        <p:txBody>
          <a:bodyPr spcFirstLastPara="1" wrap="square" lIns="91425" tIns="45700" rIns="91425" bIns="45700" anchor="ctr" anchorCtr="0">
            <a:noAutofit/>
          </a:bodyPr>
          <a:lstStyle/>
          <a:p>
            <a:pPr marL="0" marR="0" lvl="0" indent="0" algn="ctr" rtl="0">
              <a:spcBef>
                <a:spcPts val="0"/>
              </a:spcBef>
              <a:spcAft>
                <a:spcPts val="0"/>
              </a:spcAft>
              <a:buNone/>
            </a:pPr>
            <a:endParaRPr sz="1800" b="0" i="0" u="none" strike="noStrike" cap="none">
              <a:solidFill>
                <a:schemeClr val="lt1"/>
              </a:solidFill>
              <a:latin typeface="Arial"/>
              <a:ea typeface="Arial"/>
              <a:cs typeface="Arial"/>
              <a:sym typeface="Arial"/>
            </a:endParaRPr>
          </a:p>
        </p:txBody>
      </p:sp>
      <p:sp>
        <p:nvSpPr>
          <p:cNvPr id="126" name="Google Shape;126;p1"/>
          <p:cNvSpPr txBox="1">
            <a:spLocks noGrp="1"/>
          </p:cNvSpPr>
          <p:nvPr>
            <p:ph type="ctrTitle"/>
          </p:nvPr>
        </p:nvSpPr>
        <p:spPr>
          <a:xfrm>
            <a:off x="1487488" y="549276"/>
            <a:ext cx="7308850" cy="3639456"/>
          </a:xfrm>
          <a:prstGeom prst="rect">
            <a:avLst/>
          </a:prstGeom>
          <a:noFill/>
          <a:ln>
            <a:noFill/>
          </a:ln>
        </p:spPr>
        <p:txBody>
          <a:bodyPr spcFirstLastPara="1" wrap="square" lIns="0" tIns="0" rIns="0" bIns="0" anchor="b" anchorCtr="0">
            <a:normAutofit/>
          </a:bodyPr>
          <a:lstStyle/>
          <a:p>
            <a:pPr marL="0" lvl="0" indent="0" algn="l" rtl="0">
              <a:lnSpc>
                <a:spcPct val="100000"/>
              </a:lnSpc>
              <a:spcBef>
                <a:spcPts val="0"/>
              </a:spcBef>
              <a:spcAft>
                <a:spcPts val="0"/>
              </a:spcAft>
              <a:buClr>
                <a:schemeClr val="lt1"/>
              </a:buClr>
              <a:buSzPts val="8000"/>
              <a:buFont typeface="Arial"/>
              <a:buNone/>
            </a:pPr>
            <a:r>
              <a:rPr lang="en-US" sz="8000"/>
              <a:t>Flutter Course</a:t>
            </a:r>
            <a:br>
              <a:rPr lang="en-US" sz="8000"/>
            </a:br>
            <a:r>
              <a:rPr lang="en-US" sz="8000"/>
              <a:t>Dart Basics</a:t>
            </a:r>
            <a:endParaRPr/>
          </a:p>
        </p:txBody>
      </p:sp>
      <p:grpSp>
        <p:nvGrpSpPr>
          <p:cNvPr id="127" name="Google Shape;127;p1"/>
          <p:cNvGrpSpPr/>
          <p:nvPr/>
        </p:nvGrpSpPr>
        <p:grpSpPr>
          <a:xfrm>
            <a:off x="5963868" y="4067573"/>
            <a:ext cx="4162386" cy="4175668"/>
            <a:chOff x="5963868" y="4067573"/>
            <a:chExt cx="4162386" cy="4175668"/>
          </a:xfrm>
        </p:grpSpPr>
        <p:sp>
          <p:nvSpPr>
            <p:cNvPr id="128" name="Google Shape;128;p1"/>
            <p:cNvSpPr/>
            <p:nvPr/>
          </p:nvSpPr>
          <p:spPr>
            <a:xfrm rot="8100000" flipH="1">
              <a:off x="6305855" y="5349826"/>
              <a:ext cx="3707937" cy="1853969"/>
            </a:xfrm>
            <a:custGeom>
              <a:avLst/>
              <a:gdLst/>
              <a:ahLst/>
              <a:cxnLst/>
              <a:rect l="l" t="t" r="r" b="b"/>
              <a:pathLst>
                <a:path w="3707937" h="1853969" extrusionOk="0">
                  <a:moveTo>
                    <a:pt x="3707937" y="1853969"/>
                  </a:moveTo>
                  <a:cubicBezTo>
                    <a:pt x="3707937" y="830050"/>
                    <a:pt x="2877887" y="0"/>
                    <a:pt x="1853969" y="0"/>
                  </a:cubicBezTo>
                  <a:lnTo>
                    <a:pt x="1684921" y="8536"/>
                  </a:lnTo>
                  <a:lnTo>
                    <a:pt x="8536" y="1684921"/>
                  </a:lnTo>
                  <a:lnTo>
                    <a:pt x="0" y="1853969"/>
                  </a:lnTo>
                  <a:lnTo>
                    <a:pt x="926985" y="1853969"/>
                  </a:lnTo>
                  <a:cubicBezTo>
                    <a:pt x="926985" y="1342010"/>
                    <a:pt x="1342009" y="926986"/>
                    <a:pt x="1853969" y="926985"/>
                  </a:cubicBezTo>
                  <a:cubicBezTo>
                    <a:pt x="2365928" y="926985"/>
                    <a:pt x="2780952" y="1342010"/>
                    <a:pt x="2780952" y="1853969"/>
                  </a:cubicBezTo>
                  <a:close/>
                </a:path>
              </a:pathLst>
            </a:custGeom>
            <a:gradFill>
              <a:gsLst>
                <a:gs pos="0">
                  <a:srgbClr val="2B274A"/>
                </a:gs>
                <a:gs pos="31000">
                  <a:srgbClr val="2B274A"/>
                </a:gs>
                <a:gs pos="97000">
                  <a:schemeClr val="dk2"/>
                </a:gs>
                <a:gs pos="100000">
                  <a:schemeClr val="dk2"/>
                </a:gs>
              </a:gsLst>
              <a:lin ang="15000000" scaled="0"/>
            </a:gradFill>
            <a:ln>
              <a:noFill/>
            </a:ln>
          </p:spPr>
          <p:txBody>
            <a:bodyPr spcFirstLastPara="1" wrap="square" lIns="91425" tIns="45700" rIns="91425" bIns="45700" anchor="ctr" anchorCtr="0">
              <a:noAutofit/>
            </a:bodyPr>
            <a:lstStyle/>
            <a:p>
              <a:pPr marL="0" marR="0" lvl="0" indent="0" algn="ctr" rtl="0">
                <a:spcBef>
                  <a:spcPts val="0"/>
                </a:spcBef>
                <a:spcAft>
                  <a:spcPts val="0"/>
                </a:spcAft>
                <a:buNone/>
              </a:pPr>
              <a:endParaRPr sz="1800" b="0" i="0" u="none" strike="noStrike" cap="none">
                <a:solidFill>
                  <a:schemeClr val="lt1"/>
                </a:solidFill>
                <a:latin typeface="Arial"/>
                <a:ea typeface="Arial"/>
                <a:cs typeface="Arial"/>
                <a:sym typeface="Arial"/>
              </a:endParaRPr>
            </a:p>
          </p:txBody>
        </p:sp>
        <p:sp>
          <p:nvSpPr>
            <p:cNvPr id="129" name="Google Shape;129;p1"/>
            <p:cNvSpPr/>
            <p:nvPr/>
          </p:nvSpPr>
          <p:spPr>
            <a:xfrm rot="8100000" flipH="1">
              <a:off x="6186241" y="5061493"/>
              <a:ext cx="3707937" cy="2164843"/>
            </a:xfrm>
            <a:custGeom>
              <a:avLst/>
              <a:gdLst/>
              <a:ahLst/>
              <a:cxnLst/>
              <a:rect l="l" t="t" r="r" b="b"/>
              <a:pathLst>
                <a:path w="3707937" h="2164843" extrusionOk="0">
                  <a:moveTo>
                    <a:pt x="3707937" y="2164843"/>
                  </a:moveTo>
                  <a:cubicBezTo>
                    <a:pt x="3707937" y="969234"/>
                    <a:pt x="2877886" y="0"/>
                    <a:pt x="1853968" y="0"/>
                  </a:cubicBezTo>
                  <a:cubicBezTo>
                    <a:pt x="1789974" y="0"/>
                    <a:pt x="1726736" y="3786"/>
                    <a:pt x="1664412" y="11177"/>
                  </a:cubicBezTo>
                  <a:lnTo>
                    <a:pt x="1646600" y="14351"/>
                  </a:lnTo>
                  <a:lnTo>
                    <a:pt x="67392" y="1593559"/>
                  </a:lnTo>
                  <a:lnTo>
                    <a:pt x="37666" y="1728552"/>
                  </a:lnTo>
                  <a:cubicBezTo>
                    <a:pt x="12970" y="1869478"/>
                    <a:pt x="0" y="2015392"/>
                    <a:pt x="0" y="2164843"/>
                  </a:cubicBezTo>
                  <a:lnTo>
                    <a:pt x="926985" y="2164843"/>
                  </a:lnTo>
                  <a:cubicBezTo>
                    <a:pt x="926985" y="1567039"/>
                    <a:pt x="1342009" y="1082423"/>
                    <a:pt x="1853968" y="1082422"/>
                  </a:cubicBezTo>
                  <a:cubicBezTo>
                    <a:pt x="2365928" y="1082422"/>
                    <a:pt x="2780952" y="1567039"/>
                    <a:pt x="2780952" y="2164843"/>
                  </a:cubicBezTo>
                  <a:close/>
                </a:path>
              </a:pathLst>
            </a:custGeom>
            <a:solidFill>
              <a:srgbClr val="746EB3">
                <a:alpha val="40000"/>
              </a:srgbClr>
            </a:solidFill>
            <a:ln>
              <a:noFill/>
            </a:ln>
          </p:spPr>
          <p:txBody>
            <a:bodyPr spcFirstLastPara="1" wrap="square" lIns="91425" tIns="45700" rIns="91425" bIns="45700" anchor="ctr" anchorCtr="0">
              <a:noAutofit/>
            </a:bodyPr>
            <a:lstStyle/>
            <a:p>
              <a:pPr marL="0" marR="0" lvl="0" indent="0" algn="ctr" rtl="0">
                <a:spcBef>
                  <a:spcPts val="0"/>
                </a:spcBef>
                <a:spcAft>
                  <a:spcPts val="0"/>
                </a:spcAft>
                <a:buNone/>
              </a:pPr>
              <a:endParaRPr sz="1800" b="0" i="0" u="none" strike="noStrike" cap="none">
                <a:solidFill>
                  <a:schemeClr val="lt1"/>
                </a:solidFill>
                <a:latin typeface="Arial"/>
                <a:ea typeface="Arial"/>
                <a:cs typeface="Arial"/>
                <a:sym typeface="Arial"/>
              </a:endParaRPr>
            </a:p>
          </p:txBody>
        </p:sp>
        <p:sp>
          <p:nvSpPr>
            <p:cNvPr id="130" name="Google Shape;130;p1"/>
            <p:cNvSpPr/>
            <p:nvPr/>
          </p:nvSpPr>
          <p:spPr>
            <a:xfrm rot="2700000" flipH="1">
              <a:off x="6413283" y="6132831"/>
              <a:ext cx="214196" cy="933178"/>
            </a:xfrm>
            <a:prstGeom prst="ellipse">
              <a:avLst/>
            </a:prstGeom>
            <a:solidFill>
              <a:srgbClr val="2B274A"/>
            </a:solidFill>
            <a:ln>
              <a:noFill/>
            </a:ln>
          </p:spPr>
          <p:txBody>
            <a:bodyPr spcFirstLastPara="1" wrap="square" lIns="91425" tIns="45700" rIns="91425" bIns="45700" anchor="ctr" anchorCtr="0">
              <a:noAutofit/>
            </a:bodyPr>
            <a:lstStyle/>
            <a:p>
              <a:pPr marL="0" marR="0" lvl="0" indent="0" algn="ctr" rtl="0">
                <a:spcBef>
                  <a:spcPts val="0"/>
                </a:spcBef>
                <a:spcAft>
                  <a:spcPts val="0"/>
                </a:spcAft>
                <a:buNone/>
              </a:pPr>
              <a:endParaRPr sz="1800" b="0" i="0" u="none" strike="noStrike" cap="none">
                <a:solidFill>
                  <a:schemeClr val="lt1"/>
                </a:solidFill>
                <a:latin typeface="Arial"/>
                <a:ea typeface="Arial"/>
                <a:cs typeface="Arial"/>
                <a:sym typeface="Arial"/>
              </a:endParaRPr>
            </a:p>
          </p:txBody>
        </p:sp>
        <p:sp>
          <p:nvSpPr>
            <p:cNvPr id="131" name="Google Shape;131;p1"/>
            <p:cNvSpPr/>
            <p:nvPr/>
          </p:nvSpPr>
          <p:spPr>
            <a:xfrm rot="2700000" flipH="1">
              <a:off x="8375334" y="4170780"/>
              <a:ext cx="214196" cy="933178"/>
            </a:xfrm>
            <a:prstGeom prst="ellipse">
              <a:avLst/>
            </a:prstGeom>
            <a:solidFill>
              <a:srgbClr val="2B274A"/>
            </a:solidFill>
            <a:ln>
              <a:noFill/>
            </a:ln>
          </p:spPr>
          <p:txBody>
            <a:bodyPr spcFirstLastPara="1" wrap="square" lIns="91425" tIns="45700" rIns="91425" bIns="45700" anchor="ctr" anchorCtr="0">
              <a:noAutofit/>
            </a:bodyPr>
            <a:lstStyle/>
            <a:p>
              <a:pPr marL="0" marR="0" lvl="0" indent="0" algn="ctr" rtl="0">
                <a:spcBef>
                  <a:spcPts val="0"/>
                </a:spcBef>
                <a:spcAft>
                  <a:spcPts val="0"/>
                </a:spcAft>
                <a:buNone/>
              </a:pPr>
              <a:endParaRPr sz="1800" b="0" i="0" u="none" strike="noStrike" cap="none">
                <a:solidFill>
                  <a:schemeClr val="lt1"/>
                </a:solidFill>
                <a:latin typeface="Arial"/>
                <a:ea typeface="Arial"/>
                <a:cs typeface="Arial"/>
                <a:sym typeface="Arial"/>
              </a:endParaRPr>
            </a:p>
          </p:txBody>
        </p:sp>
      </p:grpSp>
      <p:sp>
        <p:nvSpPr>
          <p:cNvPr id="133" name="Google Shape;133;p1"/>
          <p:cNvSpPr/>
          <p:nvPr/>
        </p:nvSpPr>
        <p:spPr>
          <a:xfrm>
            <a:off x="328633" y="1809499"/>
            <a:ext cx="360000" cy="360000"/>
          </a:xfrm>
          <a:prstGeom prst="ellipse">
            <a:avLst/>
          </a:prstGeom>
          <a:gradFill>
            <a:gsLst>
              <a:gs pos="0">
                <a:schemeClr val="dk2"/>
              </a:gs>
              <a:gs pos="60000">
                <a:schemeClr val="dk2"/>
              </a:gs>
              <a:gs pos="100000">
                <a:srgbClr val="746EB3"/>
              </a:gs>
            </a:gsLst>
            <a:path path="circle">
              <a:fillToRect l="100000" b="100000"/>
            </a:path>
            <a:tileRect t="-100000" r="-100000"/>
          </a:gradFill>
          <a:ln>
            <a:noFill/>
          </a:ln>
        </p:spPr>
        <p:txBody>
          <a:bodyPr spcFirstLastPara="1" wrap="square" lIns="91425" tIns="45700" rIns="91425" bIns="45700" anchor="ctr" anchorCtr="0">
            <a:noAutofit/>
          </a:bodyPr>
          <a:lstStyle/>
          <a:p>
            <a:pPr marL="0" marR="0" lvl="0" indent="0" algn="ctr" rtl="0">
              <a:spcBef>
                <a:spcPts val="0"/>
              </a:spcBef>
              <a:spcAft>
                <a:spcPts val="0"/>
              </a:spcAft>
              <a:buNone/>
            </a:pPr>
            <a:endParaRPr sz="1800" b="0" i="0" u="none" strike="noStrike" cap="none">
              <a:solidFill>
                <a:schemeClr val="lt1"/>
              </a:solidFill>
              <a:latin typeface="Arial"/>
              <a:ea typeface="Arial"/>
              <a:cs typeface="Arial"/>
              <a:sym typeface="Arial"/>
            </a:endParaRPr>
          </a:p>
        </p:txBody>
      </p:sp>
      <p:grpSp>
        <p:nvGrpSpPr>
          <p:cNvPr id="134" name="Google Shape;134;p1"/>
          <p:cNvGrpSpPr/>
          <p:nvPr/>
        </p:nvGrpSpPr>
        <p:grpSpPr>
          <a:xfrm>
            <a:off x="10055543" y="981143"/>
            <a:ext cx="1656714" cy="1656714"/>
            <a:chOff x="4897522" y="2307882"/>
            <a:chExt cx="1656714" cy="1656714"/>
          </a:xfrm>
        </p:grpSpPr>
        <p:sp>
          <p:nvSpPr>
            <p:cNvPr id="135" name="Google Shape;135;p1"/>
            <p:cNvSpPr/>
            <p:nvPr/>
          </p:nvSpPr>
          <p:spPr>
            <a:xfrm rot="-8100000">
              <a:off x="5185879" y="2504765"/>
              <a:ext cx="1080000" cy="1262947"/>
            </a:xfrm>
            <a:custGeom>
              <a:avLst/>
              <a:gdLst/>
              <a:ahLst/>
              <a:cxnLst/>
              <a:rect l="l" t="t" r="r" b="b"/>
              <a:pathLst>
                <a:path w="1080000" h="1262947" extrusionOk="0">
                  <a:moveTo>
                    <a:pt x="540000" y="0"/>
                  </a:moveTo>
                  <a:lnTo>
                    <a:pt x="1064374" y="931034"/>
                  </a:lnTo>
                  <a:lnTo>
                    <a:pt x="1069029" y="938533"/>
                  </a:lnTo>
                  <a:cubicBezTo>
                    <a:pt x="1076223" y="956109"/>
                    <a:pt x="1080000" y="974307"/>
                    <a:pt x="1080000" y="992947"/>
                  </a:cubicBezTo>
                  <a:cubicBezTo>
                    <a:pt x="1080000" y="1142064"/>
                    <a:pt x="838234" y="1262947"/>
                    <a:pt x="540000" y="1262947"/>
                  </a:cubicBezTo>
                  <a:cubicBezTo>
                    <a:pt x="241766" y="1262947"/>
                    <a:pt x="0" y="1142064"/>
                    <a:pt x="0" y="992947"/>
                  </a:cubicBezTo>
                  <a:cubicBezTo>
                    <a:pt x="0" y="974307"/>
                    <a:pt x="3778" y="956109"/>
                    <a:pt x="10971" y="938533"/>
                  </a:cubicBezTo>
                  <a:lnTo>
                    <a:pt x="15626" y="931034"/>
                  </a:lnTo>
                  <a:lnTo>
                    <a:pt x="540000" y="0"/>
                  </a:lnTo>
                  <a:close/>
                </a:path>
              </a:pathLst>
            </a:custGeom>
            <a:gradFill>
              <a:gsLst>
                <a:gs pos="0">
                  <a:srgbClr val="2B274A"/>
                </a:gs>
                <a:gs pos="30000">
                  <a:srgbClr val="2B274A"/>
                </a:gs>
                <a:gs pos="40000">
                  <a:srgbClr val="3B3666"/>
                </a:gs>
                <a:gs pos="60000">
                  <a:srgbClr val="2B274A"/>
                </a:gs>
                <a:gs pos="100000">
                  <a:schemeClr val="dk2"/>
                </a:gs>
              </a:gsLst>
              <a:lin ang="10200000" scaled="0"/>
            </a:gradFill>
            <a:ln>
              <a:noFill/>
            </a:ln>
          </p:spPr>
          <p:txBody>
            <a:bodyPr spcFirstLastPara="1" wrap="square" lIns="91425" tIns="45700" rIns="91425" bIns="45700" anchor="ctr" anchorCtr="0">
              <a:noAutofit/>
            </a:bodyPr>
            <a:lstStyle/>
            <a:p>
              <a:pPr marL="0" marR="0" lvl="0" indent="0" algn="ctr" rtl="0">
                <a:spcBef>
                  <a:spcPts val="0"/>
                </a:spcBef>
                <a:spcAft>
                  <a:spcPts val="0"/>
                </a:spcAft>
                <a:buNone/>
              </a:pPr>
              <a:endParaRPr sz="1800" b="0" i="0" u="none" strike="noStrike" cap="none">
                <a:solidFill>
                  <a:schemeClr val="lt1"/>
                </a:solidFill>
                <a:latin typeface="Arial"/>
                <a:ea typeface="Arial"/>
                <a:cs typeface="Arial"/>
                <a:sym typeface="Arial"/>
              </a:endParaRPr>
            </a:p>
          </p:txBody>
        </p:sp>
        <p:sp>
          <p:nvSpPr>
            <p:cNvPr id="136" name="Google Shape;136;p1"/>
            <p:cNvSpPr/>
            <p:nvPr/>
          </p:nvSpPr>
          <p:spPr>
            <a:xfrm rot="-2700000">
              <a:off x="5711479" y="2340638"/>
              <a:ext cx="540000" cy="1080000"/>
            </a:xfrm>
            <a:prstGeom prst="ellipse">
              <a:avLst/>
            </a:prstGeom>
            <a:gradFill>
              <a:gsLst>
                <a:gs pos="0">
                  <a:srgbClr val="453E75">
                    <a:alpha val="32941"/>
                  </a:srgbClr>
                </a:gs>
                <a:gs pos="100000">
                  <a:srgbClr val="59EFC0">
                    <a:alpha val="0"/>
                  </a:srgbClr>
                </a:gs>
              </a:gsLst>
              <a:lin ang="5400000" scaled="0"/>
            </a:gradFill>
            <a:ln>
              <a:noFill/>
            </a:ln>
          </p:spPr>
          <p:txBody>
            <a:bodyPr spcFirstLastPara="1" wrap="square" lIns="91425" tIns="45700" rIns="91425" bIns="45700" anchor="ctr" anchorCtr="0">
              <a:noAutofit/>
            </a:bodyPr>
            <a:lstStyle/>
            <a:p>
              <a:pPr marL="0" marR="0" lvl="0" indent="0" algn="ctr" rtl="0">
                <a:spcBef>
                  <a:spcPts val="0"/>
                </a:spcBef>
                <a:spcAft>
                  <a:spcPts val="0"/>
                </a:spcAft>
                <a:buNone/>
              </a:pPr>
              <a:endParaRPr sz="1800" b="0" i="0" u="none" strike="noStrike" cap="none">
                <a:solidFill>
                  <a:schemeClr val="lt1"/>
                </a:solidFill>
                <a:latin typeface="Arial"/>
                <a:ea typeface="Arial"/>
                <a:cs typeface="Arial"/>
                <a:sym typeface="Arial"/>
              </a:endParaRPr>
            </a:p>
          </p:txBody>
        </p:sp>
      </p:grpSp>
      <p:sp>
        <p:nvSpPr>
          <p:cNvPr id="3" name="Subtitle 2">
            <a:extLst>
              <a:ext uri="{FF2B5EF4-FFF2-40B4-BE49-F238E27FC236}">
                <a16:creationId xmlns:a16="http://schemas.microsoft.com/office/drawing/2014/main" id="{A55DC28E-1F11-66AE-3361-D740C4C0381D}"/>
              </a:ext>
            </a:extLst>
          </p:cNvPr>
          <p:cNvSpPr>
            <a:spLocks noGrp="1"/>
          </p:cNvSpPr>
          <p:nvPr>
            <p:ph type="subTitle" idx="1"/>
          </p:nvPr>
        </p:nvSpPr>
        <p:spPr/>
        <p:txBody>
          <a:bodyPr/>
          <a:lstStyle/>
          <a:p>
            <a:endParaRPr lang="en-US"/>
          </a:p>
        </p:txBody>
      </p:sp>
    </p:spTree>
  </p:cSld>
  <p:clrMapOvr>
    <a:masterClrMapping/>
  </p:clrMapOvr>
</p:sld>
</file>

<file path=ppt/slides/slide2.xml><?xml version="1.0" encoding="utf-8"?>
<p:sld xmlns:a="http://schemas.openxmlformats.org/drawingml/2006/main" xmlns:r="http://schemas.openxmlformats.org/officeDocument/2006/relationships" xmlns:p="http://schemas.openxmlformats.org/presentationml/2006/main">
  <p:cSld>
    <p:spTree>
      <p:nvGrpSpPr>
        <p:cNvPr id="1" name="Shape 140"/>
        <p:cNvGrpSpPr/>
        <p:nvPr/>
      </p:nvGrpSpPr>
      <p:grpSpPr>
        <a:xfrm>
          <a:off x="0" y="0"/>
          <a:ext cx="0" cy="0"/>
          <a:chOff x="0" y="0"/>
          <a:chExt cx="0" cy="0"/>
        </a:xfrm>
      </p:grpSpPr>
      <p:sp>
        <p:nvSpPr>
          <p:cNvPr id="141" name="Google Shape;141;p2"/>
          <p:cNvSpPr txBox="1">
            <a:spLocks noGrp="1"/>
          </p:cNvSpPr>
          <p:nvPr>
            <p:ph type="title"/>
          </p:nvPr>
        </p:nvSpPr>
        <p:spPr>
          <a:xfrm>
            <a:off x="550862" y="549275"/>
            <a:ext cx="11091600" cy="1332000"/>
          </a:xfrm>
          <a:prstGeom prst="rect">
            <a:avLst/>
          </a:prstGeom>
          <a:noFill/>
          <a:ln>
            <a:noFill/>
          </a:ln>
        </p:spPr>
        <p:txBody>
          <a:bodyPr spcFirstLastPara="1" wrap="square" lIns="0" tIns="0" rIns="0" bIns="0" anchor="t" anchorCtr="0">
            <a:normAutofit/>
          </a:bodyPr>
          <a:lstStyle/>
          <a:p>
            <a:pPr marL="0" lvl="0" indent="0" algn="ctr" rtl="0">
              <a:lnSpc>
                <a:spcPct val="100000"/>
              </a:lnSpc>
              <a:spcBef>
                <a:spcPts val="0"/>
              </a:spcBef>
              <a:spcAft>
                <a:spcPts val="0"/>
              </a:spcAft>
              <a:buClr>
                <a:schemeClr val="lt1"/>
              </a:buClr>
              <a:buSzPts val="3200"/>
              <a:buFont typeface="Arial"/>
              <a:buNone/>
            </a:pPr>
            <a:r>
              <a:rPr lang="en-US" sz="3200"/>
              <a:t>Course Road Map</a:t>
            </a:r>
            <a:endParaRPr/>
          </a:p>
        </p:txBody>
      </p:sp>
      <p:sp>
        <p:nvSpPr>
          <p:cNvPr id="142" name="Google Shape;142;p2"/>
          <p:cNvSpPr txBox="1">
            <a:spLocks noGrp="1"/>
          </p:cNvSpPr>
          <p:nvPr>
            <p:ph type="body" idx="1"/>
          </p:nvPr>
        </p:nvSpPr>
        <p:spPr>
          <a:xfrm>
            <a:off x="260578" y="915772"/>
            <a:ext cx="11392654" cy="5672956"/>
          </a:xfrm>
          <a:prstGeom prst="rect">
            <a:avLst/>
          </a:prstGeom>
          <a:noFill/>
          <a:ln>
            <a:noFill/>
          </a:ln>
        </p:spPr>
        <p:txBody>
          <a:bodyPr spcFirstLastPara="1" wrap="square" lIns="0" tIns="0" rIns="0" bIns="0" anchor="t" anchorCtr="0">
            <a:normAutofit/>
          </a:bodyPr>
          <a:lstStyle/>
          <a:p>
            <a:pPr marL="228600" lvl="0" indent="-25400" algn="l" rtl="0">
              <a:lnSpc>
                <a:spcPct val="110000"/>
              </a:lnSpc>
              <a:spcBef>
                <a:spcPts val="0"/>
              </a:spcBef>
              <a:spcAft>
                <a:spcPts val="0"/>
              </a:spcAft>
              <a:buClr>
                <a:schemeClr val="lt1"/>
              </a:buClr>
              <a:buSzPts val="3200"/>
              <a:buNone/>
            </a:pPr>
            <a:endParaRPr sz="3200">
              <a:solidFill>
                <a:schemeClr val="lt1"/>
              </a:solidFill>
            </a:endParaRPr>
          </a:p>
          <a:p>
            <a:pPr marL="228600" lvl="0" indent="-228600" algn="l" rtl="0">
              <a:lnSpc>
                <a:spcPct val="110000"/>
              </a:lnSpc>
              <a:spcBef>
                <a:spcPts val="1800"/>
              </a:spcBef>
              <a:spcAft>
                <a:spcPts val="0"/>
              </a:spcAft>
              <a:buClr>
                <a:schemeClr val="lt1"/>
              </a:buClr>
              <a:buSzPts val="2000"/>
              <a:buChar char="•"/>
            </a:pPr>
            <a:r>
              <a:rPr lang="en-US">
                <a:solidFill>
                  <a:schemeClr val="lt1"/>
                </a:solidFill>
              </a:rPr>
              <a:t> introduction</a:t>
            </a:r>
            <a:endParaRPr/>
          </a:p>
          <a:p>
            <a:pPr marL="228600" lvl="0" indent="-228600" algn="l" rtl="0">
              <a:lnSpc>
                <a:spcPct val="110000"/>
              </a:lnSpc>
              <a:spcBef>
                <a:spcPts val="1800"/>
              </a:spcBef>
              <a:spcAft>
                <a:spcPts val="0"/>
              </a:spcAft>
              <a:buClr>
                <a:schemeClr val="lt1"/>
              </a:buClr>
              <a:buSzPts val="2000"/>
              <a:buChar char="•"/>
            </a:pPr>
            <a:r>
              <a:rPr lang="en-US">
                <a:solidFill>
                  <a:schemeClr val="lt1"/>
                </a:solidFill>
              </a:rPr>
              <a:t> </a:t>
            </a:r>
            <a:r>
              <a:rPr lang="en-US" b="1">
                <a:solidFill>
                  <a:schemeClr val="lt1"/>
                </a:solidFill>
              </a:rPr>
              <a:t>Dart programming basics</a:t>
            </a:r>
            <a:endParaRPr>
              <a:solidFill>
                <a:schemeClr val="lt1"/>
              </a:solidFill>
            </a:endParaRPr>
          </a:p>
          <a:p>
            <a:pPr marL="228600" lvl="0" indent="-228600" algn="l" rtl="0">
              <a:lnSpc>
                <a:spcPct val="110000"/>
              </a:lnSpc>
              <a:spcBef>
                <a:spcPts val="1800"/>
              </a:spcBef>
              <a:spcAft>
                <a:spcPts val="0"/>
              </a:spcAft>
              <a:buClr>
                <a:schemeClr val="lt1"/>
              </a:buClr>
              <a:buSzPts val="2000"/>
              <a:buChar char="•"/>
            </a:pPr>
            <a:r>
              <a:rPr lang="en-US">
                <a:solidFill>
                  <a:schemeClr val="lt1"/>
                </a:solidFill>
              </a:rPr>
              <a:t> </a:t>
            </a:r>
            <a:r>
              <a:rPr lang="en-US" b="1">
                <a:solidFill>
                  <a:schemeClr val="lt1"/>
                </a:solidFill>
              </a:rPr>
              <a:t>Object oriented programming</a:t>
            </a:r>
            <a:endParaRPr>
              <a:solidFill>
                <a:schemeClr val="lt1"/>
              </a:solidFill>
            </a:endParaRPr>
          </a:p>
          <a:p>
            <a:pPr marL="228600" lvl="0" indent="-228600" algn="l" rtl="0">
              <a:lnSpc>
                <a:spcPct val="110000"/>
              </a:lnSpc>
              <a:spcBef>
                <a:spcPts val="1800"/>
              </a:spcBef>
              <a:spcAft>
                <a:spcPts val="0"/>
              </a:spcAft>
              <a:buClr>
                <a:schemeClr val="lt1"/>
              </a:buClr>
              <a:buSzPts val="2000"/>
              <a:buChar char="•"/>
            </a:pPr>
            <a:r>
              <a:rPr lang="en-US">
                <a:solidFill>
                  <a:schemeClr val="lt1"/>
                </a:solidFill>
              </a:rPr>
              <a:t> </a:t>
            </a:r>
            <a:r>
              <a:rPr lang="en-US" b="1">
                <a:solidFill>
                  <a:schemeClr val="lt1"/>
                </a:solidFill>
              </a:rPr>
              <a:t>Flutter Fundamentals</a:t>
            </a:r>
            <a:endParaRPr>
              <a:solidFill>
                <a:schemeClr val="lt1"/>
              </a:solidFill>
            </a:endParaRPr>
          </a:p>
          <a:p>
            <a:pPr marL="228600" lvl="0" indent="-228600" algn="l" rtl="0">
              <a:lnSpc>
                <a:spcPct val="110000"/>
              </a:lnSpc>
              <a:spcBef>
                <a:spcPts val="1800"/>
              </a:spcBef>
              <a:spcAft>
                <a:spcPts val="0"/>
              </a:spcAft>
              <a:buClr>
                <a:schemeClr val="lt1"/>
              </a:buClr>
              <a:buSzPts val="2000"/>
              <a:buChar char="•"/>
            </a:pPr>
            <a:r>
              <a:rPr lang="en-US" b="1">
                <a:solidFill>
                  <a:schemeClr val="lt1"/>
                </a:solidFill>
              </a:rPr>
              <a:t>Flutter Advanced : BMI calculator app </a:t>
            </a:r>
            <a:endParaRPr>
              <a:solidFill>
                <a:schemeClr val="lt1"/>
              </a:solidFill>
            </a:endParaRPr>
          </a:p>
          <a:p>
            <a:pPr marL="228600" lvl="0" indent="-228600" algn="l" rtl="0">
              <a:lnSpc>
                <a:spcPct val="110000"/>
              </a:lnSpc>
              <a:spcBef>
                <a:spcPts val="1800"/>
              </a:spcBef>
              <a:spcAft>
                <a:spcPts val="0"/>
              </a:spcAft>
              <a:buClr>
                <a:schemeClr val="lt1"/>
              </a:buClr>
              <a:buSzPts val="2000"/>
              <a:buChar char="•"/>
            </a:pPr>
            <a:r>
              <a:rPr lang="en-US" b="1">
                <a:solidFill>
                  <a:schemeClr val="lt1"/>
                </a:solidFill>
              </a:rPr>
              <a:t>Todo app – Local data base SQFlite</a:t>
            </a:r>
            <a:endParaRPr>
              <a:solidFill>
                <a:schemeClr val="lt1"/>
              </a:solidFill>
            </a:endParaRPr>
          </a:p>
          <a:p>
            <a:pPr marL="228600" lvl="0" indent="-228600" algn="l" rtl="0">
              <a:lnSpc>
                <a:spcPct val="110000"/>
              </a:lnSpc>
              <a:spcBef>
                <a:spcPts val="1800"/>
              </a:spcBef>
              <a:spcAft>
                <a:spcPts val="0"/>
              </a:spcAft>
              <a:buClr>
                <a:schemeClr val="lt1"/>
              </a:buClr>
              <a:buSzPts val="2000"/>
              <a:buChar char="•"/>
            </a:pPr>
            <a:r>
              <a:rPr lang="en-US" b="1">
                <a:solidFill>
                  <a:schemeClr val="lt1"/>
                </a:solidFill>
              </a:rPr>
              <a:t>News APP-Apis and network </a:t>
            </a:r>
            <a:endParaRPr>
              <a:solidFill>
                <a:schemeClr val="lt1"/>
              </a:solidFill>
            </a:endParaRPr>
          </a:p>
          <a:p>
            <a:pPr marL="228600" lvl="0" indent="-228600" algn="l" rtl="0">
              <a:lnSpc>
                <a:spcPct val="110000"/>
              </a:lnSpc>
              <a:spcBef>
                <a:spcPts val="1800"/>
              </a:spcBef>
              <a:spcAft>
                <a:spcPts val="0"/>
              </a:spcAft>
              <a:buClr>
                <a:schemeClr val="lt1"/>
              </a:buClr>
              <a:buSzPts val="2000"/>
              <a:buChar char="•"/>
            </a:pPr>
            <a:r>
              <a:rPr lang="en-US" b="1">
                <a:solidFill>
                  <a:schemeClr val="lt1"/>
                </a:solidFill>
              </a:rPr>
              <a:t>Social APP / E- Commerce  - Firebase</a:t>
            </a:r>
            <a:endParaRPr>
              <a:solidFill>
                <a:schemeClr val="lt1"/>
              </a:solidFill>
            </a:endParaRPr>
          </a:p>
          <a:p>
            <a:pPr marL="228600" lvl="0" indent="-101600" algn="l" rtl="0">
              <a:lnSpc>
                <a:spcPct val="110000"/>
              </a:lnSpc>
              <a:spcBef>
                <a:spcPts val="1800"/>
              </a:spcBef>
              <a:spcAft>
                <a:spcPts val="0"/>
              </a:spcAft>
              <a:buClr>
                <a:schemeClr val="lt1"/>
              </a:buClr>
              <a:buSzPts val="2000"/>
              <a:buNone/>
            </a:pPr>
            <a:endParaRPr b="1">
              <a:solidFill>
                <a:schemeClr val="lt1"/>
              </a:solidFill>
            </a:endParaRPr>
          </a:p>
          <a:p>
            <a:pPr marL="228600" lvl="0" indent="-101600" algn="l" rtl="0">
              <a:lnSpc>
                <a:spcPct val="110000"/>
              </a:lnSpc>
              <a:spcBef>
                <a:spcPts val="1800"/>
              </a:spcBef>
              <a:spcAft>
                <a:spcPts val="0"/>
              </a:spcAft>
              <a:buClr>
                <a:schemeClr val="lt1"/>
              </a:buClr>
              <a:buSzPts val="2000"/>
              <a:buNone/>
            </a:pPr>
            <a:endParaRPr b="1">
              <a:solidFill>
                <a:schemeClr val="lt1"/>
              </a:solidFill>
            </a:endParaRPr>
          </a:p>
          <a:p>
            <a:pPr marL="228600" lvl="0" indent="-76200" algn="l" rtl="0">
              <a:lnSpc>
                <a:spcPct val="110000"/>
              </a:lnSpc>
              <a:spcBef>
                <a:spcPts val="1800"/>
              </a:spcBef>
              <a:spcAft>
                <a:spcPts val="0"/>
              </a:spcAft>
              <a:buClr>
                <a:schemeClr val="lt1"/>
              </a:buClr>
              <a:buSzPts val="2400"/>
              <a:buNone/>
            </a:pPr>
            <a:endParaRPr sz="2400">
              <a:solidFill>
                <a:schemeClr val="lt1"/>
              </a:solidFill>
            </a:endParaRPr>
          </a:p>
          <a:p>
            <a:pPr marL="228600" lvl="0" indent="-76200" algn="l" rtl="0">
              <a:lnSpc>
                <a:spcPct val="110000"/>
              </a:lnSpc>
              <a:spcBef>
                <a:spcPts val="1800"/>
              </a:spcBef>
              <a:spcAft>
                <a:spcPts val="0"/>
              </a:spcAft>
              <a:buClr>
                <a:schemeClr val="lt1"/>
              </a:buClr>
              <a:buSzPts val="2400"/>
              <a:buNone/>
            </a:pPr>
            <a:endParaRPr sz="2400">
              <a:solidFill>
                <a:schemeClr val="lt1"/>
              </a:solidFill>
            </a:endParaRPr>
          </a:p>
          <a:p>
            <a:pPr marL="228600" lvl="0" indent="-76200" algn="l" rtl="0">
              <a:lnSpc>
                <a:spcPct val="110000"/>
              </a:lnSpc>
              <a:spcBef>
                <a:spcPts val="1800"/>
              </a:spcBef>
              <a:spcAft>
                <a:spcPts val="0"/>
              </a:spcAft>
              <a:buClr>
                <a:schemeClr val="lt1"/>
              </a:buClr>
              <a:buSzPts val="2400"/>
              <a:buNone/>
            </a:pPr>
            <a:endParaRPr sz="2400">
              <a:solidFill>
                <a:schemeClr val="lt1"/>
              </a:solidFill>
            </a:endParaRPr>
          </a:p>
          <a:p>
            <a:pPr marL="228600" lvl="0" indent="-76200" algn="l" rtl="0">
              <a:lnSpc>
                <a:spcPct val="110000"/>
              </a:lnSpc>
              <a:spcBef>
                <a:spcPts val="1800"/>
              </a:spcBef>
              <a:spcAft>
                <a:spcPts val="0"/>
              </a:spcAft>
              <a:buClr>
                <a:schemeClr val="lt1"/>
              </a:buClr>
              <a:buSzPts val="2400"/>
              <a:buNone/>
            </a:pPr>
            <a:endParaRPr sz="2400">
              <a:solidFill>
                <a:schemeClr val="lt1"/>
              </a:solidFill>
            </a:endParaRPr>
          </a:p>
          <a:p>
            <a:pPr marL="228600" lvl="0" indent="-101600" algn="l" rtl="0">
              <a:lnSpc>
                <a:spcPct val="110000"/>
              </a:lnSpc>
              <a:spcBef>
                <a:spcPts val="1800"/>
              </a:spcBef>
              <a:spcAft>
                <a:spcPts val="0"/>
              </a:spcAft>
              <a:buClr>
                <a:schemeClr val="lt1"/>
              </a:buClr>
              <a:buSzPts val="2000"/>
              <a:buNone/>
            </a:pPr>
            <a:endParaRPr>
              <a:solidFill>
                <a:schemeClr val="lt1"/>
              </a:solidFill>
            </a:endParaRPr>
          </a:p>
          <a:p>
            <a:pPr marL="228600" lvl="0" indent="-101600" algn="l" rtl="0">
              <a:lnSpc>
                <a:spcPct val="110000"/>
              </a:lnSpc>
              <a:spcBef>
                <a:spcPts val="1800"/>
              </a:spcBef>
              <a:spcAft>
                <a:spcPts val="0"/>
              </a:spcAft>
              <a:buClr>
                <a:schemeClr val="lt1"/>
              </a:buClr>
              <a:buSzPts val="2000"/>
              <a:buNone/>
            </a:pPr>
            <a:endParaRPr>
              <a:solidFill>
                <a:schemeClr val="lt1"/>
              </a:solidFill>
            </a:endParaRPr>
          </a:p>
        </p:txBody>
      </p:sp>
    </p:spTree>
  </p:cSld>
  <p:clrMapOvr>
    <a:masterClrMapping/>
  </p:clrMapOvr>
</p:sld>
</file>

<file path=ppt/slides/slide3.xml><?xml version="1.0" encoding="utf-8"?>
<p:sld xmlns:a="http://schemas.openxmlformats.org/drawingml/2006/main" xmlns:r="http://schemas.openxmlformats.org/officeDocument/2006/relationships" xmlns:p="http://schemas.openxmlformats.org/presentationml/2006/main">
  <p:cSld>
    <p:spTree>
      <p:nvGrpSpPr>
        <p:cNvPr id="1" name="Shape 146"/>
        <p:cNvGrpSpPr/>
        <p:nvPr/>
      </p:nvGrpSpPr>
      <p:grpSpPr>
        <a:xfrm>
          <a:off x="0" y="0"/>
          <a:ext cx="0" cy="0"/>
          <a:chOff x="0" y="0"/>
          <a:chExt cx="0" cy="0"/>
        </a:xfrm>
      </p:grpSpPr>
      <p:sp>
        <p:nvSpPr>
          <p:cNvPr id="147" name="Google Shape;147;p3"/>
          <p:cNvSpPr txBox="1">
            <a:spLocks noGrp="1"/>
          </p:cNvSpPr>
          <p:nvPr>
            <p:ph type="title"/>
          </p:nvPr>
        </p:nvSpPr>
        <p:spPr>
          <a:xfrm>
            <a:off x="550862" y="549275"/>
            <a:ext cx="11091600" cy="1332000"/>
          </a:xfrm>
          <a:prstGeom prst="rect">
            <a:avLst/>
          </a:prstGeom>
          <a:noFill/>
          <a:ln>
            <a:noFill/>
          </a:ln>
        </p:spPr>
        <p:txBody>
          <a:bodyPr spcFirstLastPara="1" wrap="square" lIns="0" tIns="0" rIns="0" bIns="0" anchor="t" anchorCtr="0">
            <a:normAutofit/>
          </a:bodyPr>
          <a:lstStyle/>
          <a:p>
            <a:pPr marL="0" lvl="0" indent="0" algn="l" rtl="0">
              <a:lnSpc>
                <a:spcPct val="100000"/>
              </a:lnSpc>
              <a:spcBef>
                <a:spcPts val="0"/>
              </a:spcBef>
              <a:spcAft>
                <a:spcPts val="0"/>
              </a:spcAft>
              <a:buClr>
                <a:schemeClr val="lt1"/>
              </a:buClr>
              <a:buSzPts val="4800"/>
              <a:buFont typeface="Arial"/>
              <a:buNone/>
            </a:pPr>
            <a:r>
              <a:rPr lang="en-US"/>
              <a:t>Flutter Introduction</a:t>
            </a:r>
            <a:endParaRPr/>
          </a:p>
        </p:txBody>
      </p:sp>
      <p:sp>
        <p:nvSpPr>
          <p:cNvPr id="148" name="Google Shape;148;p3"/>
          <p:cNvSpPr txBox="1">
            <a:spLocks noGrp="1"/>
          </p:cNvSpPr>
          <p:nvPr>
            <p:ph type="body" idx="1"/>
          </p:nvPr>
        </p:nvSpPr>
        <p:spPr>
          <a:xfrm>
            <a:off x="470045" y="1433668"/>
            <a:ext cx="11090824" cy="4659156"/>
          </a:xfrm>
          <a:prstGeom prst="rect">
            <a:avLst/>
          </a:prstGeom>
          <a:noFill/>
          <a:ln>
            <a:noFill/>
          </a:ln>
        </p:spPr>
        <p:txBody>
          <a:bodyPr spcFirstLastPara="1" wrap="square" lIns="0" tIns="0" rIns="0" bIns="0" anchor="t" anchorCtr="0">
            <a:noAutofit/>
          </a:bodyPr>
          <a:lstStyle/>
          <a:p>
            <a:pPr marL="228600" lvl="0" indent="-228600" algn="l" rtl="0">
              <a:lnSpc>
                <a:spcPct val="110000"/>
              </a:lnSpc>
              <a:spcBef>
                <a:spcPts val="0"/>
              </a:spcBef>
              <a:spcAft>
                <a:spcPts val="0"/>
              </a:spcAft>
              <a:buClr>
                <a:schemeClr val="lt1"/>
              </a:buClr>
              <a:buSzPts val="2000"/>
              <a:buChar char="•"/>
            </a:pPr>
            <a:r>
              <a:rPr lang="en-US">
                <a:solidFill>
                  <a:schemeClr val="lt1"/>
                </a:solidFill>
              </a:rPr>
              <a:t>Flutter is an open-source UI software development kit (SDK) created by Google. It is used to develop applications for mobile, web, and desktop from a single codebase. Flutter allows developers to write code once and deploy it across different platforms without having to rewrite the entire application for each platform.</a:t>
            </a:r>
            <a:endParaRPr>
              <a:solidFill>
                <a:schemeClr val="lt1"/>
              </a:solidFill>
            </a:endParaRPr>
          </a:p>
          <a:p>
            <a:pPr marL="228600" lvl="0" indent="-228600" algn="l" rtl="0">
              <a:lnSpc>
                <a:spcPct val="110000"/>
              </a:lnSpc>
              <a:spcBef>
                <a:spcPts val="1800"/>
              </a:spcBef>
              <a:spcAft>
                <a:spcPts val="0"/>
              </a:spcAft>
              <a:buClr>
                <a:schemeClr val="lt1"/>
              </a:buClr>
              <a:buSzPts val="2000"/>
              <a:buChar char="•"/>
            </a:pPr>
            <a:r>
              <a:rPr lang="en-US">
                <a:solidFill>
                  <a:schemeClr val="lt1"/>
                </a:solidFill>
              </a:rPr>
              <a:t>Flutter uses the Dart programming language, which was also developed by Google in 2017, as its primary language. Dart is a modern, object-oriented language with features such as strong typing, just-in-time (JIT) compilation (in runtime) (Hot reload), and ahead-of-time (AOT) compilation (before runtime) (Hot Restart).</a:t>
            </a:r>
            <a:endParaRPr/>
          </a:p>
          <a:p>
            <a:pPr marL="228600" lvl="0" indent="-228600" algn="l" rtl="0">
              <a:lnSpc>
                <a:spcPct val="110000"/>
              </a:lnSpc>
              <a:spcBef>
                <a:spcPts val="1800"/>
              </a:spcBef>
              <a:spcAft>
                <a:spcPts val="0"/>
              </a:spcAft>
              <a:buClr>
                <a:schemeClr val="lt1"/>
              </a:buClr>
              <a:buSzPts val="2000"/>
              <a:buChar char="•"/>
            </a:pPr>
            <a:r>
              <a:rPr lang="en-US">
                <a:solidFill>
                  <a:schemeClr val="lt1"/>
                </a:solidFill>
              </a:rPr>
              <a:t>Flutter provides a rich set of pre-built widgets that developers can use to create beautiful and highly customizable user interfaces. These widgets are designed to look and feel native on each platform, providing a consistent user experience across different devices.</a:t>
            </a:r>
            <a:endParaRPr>
              <a:solidFill>
                <a:schemeClr val="lt1"/>
              </a:solidFill>
            </a:endParaRPr>
          </a:p>
          <a:p>
            <a:pPr marL="228600" lvl="0" indent="-228600" algn="l" rtl="0">
              <a:lnSpc>
                <a:spcPct val="110000"/>
              </a:lnSpc>
              <a:spcBef>
                <a:spcPts val="1800"/>
              </a:spcBef>
              <a:spcAft>
                <a:spcPts val="0"/>
              </a:spcAft>
              <a:buClr>
                <a:schemeClr val="lt1"/>
              </a:buClr>
              <a:buSzPts val="2000"/>
              <a:buChar char="•"/>
            </a:pPr>
            <a:r>
              <a:rPr lang="en-US">
                <a:solidFill>
                  <a:schemeClr val="lt1"/>
                </a:solidFill>
              </a:rPr>
              <a:t>Overall, Flutter has gained popularity among developers for its fast development cycle, expressive and flexible UI framework, and ability to target multiple platforms with a single codebase.</a:t>
            </a:r>
            <a:endParaRPr/>
          </a:p>
          <a:p>
            <a:pPr marL="228600" lvl="0" indent="-152400" algn="l" rtl="0">
              <a:lnSpc>
                <a:spcPct val="110000"/>
              </a:lnSpc>
              <a:spcBef>
                <a:spcPts val="1800"/>
              </a:spcBef>
              <a:spcAft>
                <a:spcPts val="0"/>
              </a:spcAft>
              <a:buClr>
                <a:schemeClr val="lt1"/>
              </a:buClr>
              <a:buSzPts val="1200"/>
              <a:buNone/>
            </a:pPr>
            <a:endParaRPr sz="1200">
              <a:solidFill>
                <a:srgbClr val="BFBFBF"/>
              </a:solidFill>
            </a:endParaRPr>
          </a:p>
          <a:p>
            <a:pPr marL="228600" lvl="0" indent="-152400" algn="l" rtl="0">
              <a:lnSpc>
                <a:spcPct val="110000"/>
              </a:lnSpc>
              <a:spcBef>
                <a:spcPts val="1800"/>
              </a:spcBef>
              <a:spcAft>
                <a:spcPts val="0"/>
              </a:spcAft>
              <a:buClr>
                <a:schemeClr val="lt1"/>
              </a:buClr>
              <a:buSzPts val="1200"/>
              <a:buNone/>
            </a:pPr>
            <a:endParaRPr sz="1200">
              <a:solidFill>
                <a:srgbClr val="BFBFBF"/>
              </a:solidFill>
            </a:endParaRPr>
          </a:p>
        </p:txBody>
      </p:sp>
    </p:spTree>
  </p:cSld>
  <p:clrMapOvr>
    <a:masterClrMapping/>
  </p:clrMapOvr>
</p:sld>
</file>

<file path=ppt/slides/slide4.xml><?xml version="1.0" encoding="utf-8"?>
<p:sld xmlns:a="http://schemas.openxmlformats.org/drawingml/2006/main" xmlns:r="http://schemas.openxmlformats.org/officeDocument/2006/relationships" xmlns:p="http://schemas.openxmlformats.org/presentationml/2006/main">
  <p:cSld>
    <p:spTree>
      <p:nvGrpSpPr>
        <p:cNvPr id="1" name="Shape 152"/>
        <p:cNvGrpSpPr/>
        <p:nvPr/>
      </p:nvGrpSpPr>
      <p:grpSpPr>
        <a:xfrm>
          <a:off x="0" y="0"/>
          <a:ext cx="0" cy="0"/>
          <a:chOff x="0" y="0"/>
          <a:chExt cx="0" cy="0"/>
        </a:xfrm>
      </p:grpSpPr>
      <p:sp>
        <p:nvSpPr>
          <p:cNvPr id="153" name="Google Shape;153;p4"/>
          <p:cNvSpPr txBox="1">
            <a:spLocks noGrp="1"/>
          </p:cNvSpPr>
          <p:nvPr>
            <p:ph type="title"/>
          </p:nvPr>
        </p:nvSpPr>
        <p:spPr>
          <a:xfrm>
            <a:off x="550862" y="549275"/>
            <a:ext cx="11091600" cy="1332000"/>
          </a:xfrm>
          <a:prstGeom prst="rect">
            <a:avLst/>
          </a:prstGeom>
          <a:noFill/>
          <a:ln>
            <a:noFill/>
          </a:ln>
        </p:spPr>
        <p:txBody>
          <a:bodyPr spcFirstLastPara="1" wrap="square" lIns="0" tIns="0" rIns="0" bIns="0" anchor="t" anchorCtr="0">
            <a:normAutofit fontScale="90000"/>
          </a:bodyPr>
          <a:lstStyle/>
          <a:p>
            <a:pPr marL="0" lvl="0" indent="0" algn="l" rtl="0">
              <a:lnSpc>
                <a:spcPct val="100000"/>
              </a:lnSpc>
              <a:spcBef>
                <a:spcPts val="0"/>
              </a:spcBef>
              <a:spcAft>
                <a:spcPts val="0"/>
              </a:spcAft>
              <a:buClr>
                <a:schemeClr val="lt1"/>
              </a:buClr>
              <a:buSzPct val="100000"/>
              <a:buFont typeface="Arial"/>
              <a:buNone/>
            </a:pPr>
            <a:r>
              <a:rPr lang="en-US"/>
              <a:t>Different between cross platform and native platform</a:t>
            </a:r>
            <a:endParaRPr/>
          </a:p>
          <a:p>
            <a:pPr marL="0" lvl="0" indent="0" algn="l" rtl="0">
              <a:lnSpc>
                <a:spcPct val="100000"/>
              </a:lnSpc>
              <a:spcBef>
                <a:spcPts val="0"/>
              </a:spcBef>
              <a:spcAft>
                <a:spcPts val="0"/>
              </a:spcAft>
              <a:buClr>
                <a:schemeClr val="lt1"/>
              </a:buClr>
              <a:buSzPct val="100000"/>
              <a:buFont typeface="Arial"/>
              <a:buNone/>
            </a:pPr>
            <a:endParaRPr/>
          </a:p>
        </p:txBody>
      </p:sp>
      <p:sp>
        <p:nvSpPr>
          <p:cNvPr id="154" name="Google Shape;154;p4"/>
          <p:cNvSpPr txBox="1">
            <a:spLocks noGrp="1"/>
          </p:cNvSpPr>
          <p:nvPr>
            <p:ph type="body" idx="1"/>
          </p:nvPr>
        </p:nvSpPr>
        <p:spPr>
          <a:xfrm>
            <a:off x="550863" y="2113199"/>
            <a:ext cx="11090274" cy="3979625"/>
          </a:xfrm>
          <a:prstGeom prst="rect">
            <a:avLst/>
          </a:prstGeom>
          <a:noFill/>
          <a:ln>
            <a:noFill/>
          </a:ln>
        </p:spPr>
        <p:txBody>
          <a:bodyPr spcFirstLastPara="1" wrap="square" lIns="0" tIns="0" rIns="0" bIns="0" anchor="t" anchorCtr="0">
            <a:normAutofit/>
          </a:bodyPr>
          <a:lstStyle/>
          <a:p>
            <a:pPr marL="342900" lvl="0" indent="-342900" algn="l" rtl="0">
              <a:lnSpc>
                <a:spcPct val="110000"/>
              </a:lnSpc>
              <a:spcBef>
                <a:spcPts val="0"/>
              </a:spcBef>
              <a:spcAft>
                <a:spcPts val="0"/>
              </a:spcAft>
              <a:buClr>
                <a:schemeClr val="lt1"/>
              </a:buClr>
              <a:buSzPts val="2000"/>
              <a:buChar char="•"/>
            </a:pPr>
            <a:r>
              <a:rPr lang="en-US">
                <a:solidFill>
                  <a:schemeClr val="lt1"/>
                </a:solidFill>
              </a:rPr>
              <a:t>Native: Developing for a native platform involves creating applications specifically for a single platform, such as iOS or Android, using the respective platform-specific programming languages, APIs, and development tools (e.g., Swift or Objective-C for iOS, Java or Kotlin for Android). </a:t>
            </a:r>
            <a:endParaRPr/>
          </a:p>
          <a:p>
            <a:pPr marL="228600" lvl="0" indent="-101600" algn="l" rtl="0">
              <a:lnSpc>
                <a:spcPct val="110000"/>
              </a:lnSpc>
              <a:spcBef>
                <a:spcPts val="1800"/>
              </a:spcBef>
              <a:spcAft>
                <a:spcPts val="0"/>
              </a:spcAft>
              <a:buClr>
                <a:schemeClr val="lt1"/>
              </a:buClr>
              <a:buSzPts val="2000"/>
              <a:buNone/>
            </a:pPr>
            <a:endParaRPr>
              <a:solidFill>
                <a:schemeClr val="lt1"/>
              </a:solidFill>
            </a:endParaRPr>
          </a:p>
          <a:p>
            <a:pPr marL="228600" lvl="0" indent="-228600" algn="l" rtl="0">
              <a:lnSpc>
                <a:spcPct val="110000"/>
              </a:lnSpc>
              <a:spcBef>
                <a:spcPts val="1800"/>
              </a:spcBef>
              <a:spcAft>
                <a:spcPts val="0"/>
              </a:spcAft>
              <a:buClr>
                <a:schemeClr val="lt1"/>
              </a:buClr>
              <a:buSzPts val="2000"/>
              <a:buChar char="•"/>
            </a:pPr>
            <a:r>
              <a:rPr lang="en-US">
                <a:solidFill>
                  <a:schemeClr val="lt1"/>
                </a:solidFill>
              </a:rPr>
              <a:t>Cross-platform development involves creating applications that can run on multiple platforms (e.g., iOS, Android, and sometimes others like web and desktop) using a single codebase. Cross-platform frameworks and tools, such as Flutter, React Native, Xamarin, or Ionic, enable developers to write code once and deploy it across different platforms.</a:t>
            </a:r>
            <a:endParaRPr/>
          </a:p>
          <a:p>
            <a:pPr marL="228600" lvl="0" indent="-101600" algn="l" rtl="0">
              <a:lnSpc>
                <a:spcPct val="110000"/>
              </a:lnSpc>
              <a:spcBef>
                <a:spcPts val="1800"/>
              </a:spcBef>
              <a:spcAft>
                <a:spcPts val="0"/>
              </a:spcAft>
              <a:buClr>
                <a:schemeClr val="lt1"/>
              </a:buClr>
              <a:buSzPts val="2000"/>
              <a:buNone/>
            </a:pPr>
            <a:endParaRPr>
              <a:solidFill>
                <a:srgbClr val="FFFFFF"/>
              </a:solidFill>
            </a:endParaRPr>
          </a:p>
          <a:p>
            <a:pPr marL="0" lvl="0" indent="0" algn="l" rtl="0">
              <a:lnSpc>
                <a:spcPct val="110000"/>
              </a:lnSpc>
              <a:spcBef>
                <a:spcPts val="1800"/>
              </a:spcBef>
              <a:spcAft>
                <a:spcPts val="0"/>
              </a:spcAft>
              <a:buClr>
                <a:schemeClr val="lt1"/>
              </a:buClr>
              <a:buSzPts val="2000"/>
              <a:buNone/>
            </a:pPr>
            <a:endParaRPr>
              <a:solidFill>
                <a:srgbClr val="FFFFFF"/>
              </a:solidFill>
            </a:endParaRPr>
          </a:p>
        </p:txBody>
      </p:sp>
    </p:spTree>
  </p:cSld>
  <p:clrMapOvr>
    <a:masterClrMapping/>
  </p:clrMapOvr>
</p:sld>
</file>

<file path=ppt/slides/slide5.xml><?xml version="1.0" encoding="utf-8"?>
<p:sld xmlns:a="http://schemas.openxmlformats.org/drawingml/2006/main" xmlns:r="http://schemas.openxmlformats.org/officeDocument/2006/relationships" xmlns:p="http://schemas.openxmlformats.org/presentationml/2006/main">
  <p:cSld>
    <p:bg>
      <p:bgPr>
        <a:solidFill>
          <a:schemeClr val="dk2"/>
        </a:solidFill>
        <a:effectLst/>
      </p:bgPr>
    </p:bg>
    <p:spTree>
      <p:nvGrpSpPr>
        <p:cNvPr id="1" name="Shape 158"/>
        <p:cNvGrpSpPr/>
        <p:nvPr/>
      </p:nvGrpSpPr>
      <p:grpSpPr>
        <a:xfrm>
          <a:off x="0" y="0"/>
          <a:ext cx="0" cy="0"/>
          <a:chOff x="0" y="0"/>
          <a:chExt cx="0" cy="0"/>
        </a:xfrm>
      </p:grpSpPr>
      <p:sp>
        <p:nvSpPr>
          <p:cNvPr id="159" name="Google Shape;159;p5"/>
          <p:cNvSpPr/>
          <p:nvPr/>
        </p:nvSpPr>
        <p:spPr>
          <a:xfrm>
            <a:off x="0" y="0"/>
            <a:ext cx="12192000" cy="6858000"/>
          </a:xfrm>
          <a:prstGeom prst="rect">
            <a:avLst/>
          </a:prstGeom>
          <a:solidFill>
            <a:schemeClr val="dk2"/>
          </a:solidFill>
          <a:ln>
            <a:noFill/>
          </a:ln>
        </p:spPr>
        <p:txBody>
          <a:bodyPr spcFirstLastPara="1" wrap="square" lIns="91425" tIns="45700" rIns="91425" bIns="45700" anchor="ctr" anchorCtr="0">
            <a:noAutofit/>
          </a:bodyPr>
          <a:lstStyle/>
          <a:p>
            <a:pPr marL="0" marR="0" lvl="0" indent="0" algn="ctr" rtl="0">
              <a:spcBef>
                <a:spcPts val="0"/>
              </a:spcBef>
              <a:spcAft>
                <a:spcPts val="0"/>
              </a:spcAft>
              <a:buNone/>
            </a:pPr>
            <a:endParaRPr sz="1800" b="0" i="0" u="none" strike="noStrike" cap="none">
              <a:solidFill>
                <a:schemeClr val="lt1"/>
              </a:solidFill>
              <a:latin typeface="Arial"/>
              <a:ea typeface="Arial"/>
              <a:cs typeface="Arial"/>
              <a:sym typeface="Arial"/>
            </a:endParaRPr>
          </a:p>
        </p:txBody>
      </p:sp>
      <p:sp>
        <p:nvSpPr>
          <p:cNvPr id="160" name="Google Shape;160;p5"/>
          <p:cNvSpPr txBox="1">
            <a:spLocks noGrp="1"/>
          </p:cNvSpPr>
          <p:nvPr>
            <p:ph type="title"/>
          </p:nvPr>
        </p:nvSpPr>
        <p:spPr>
          <a:xfrm>
            <a:off x="550864" y="549275"/>
            <a:ext cx="3565524" cy="1997855"/>
          </a:xfrm>
          <a:prstGeom prst="rect">
            <a:avLst/>
          </a:prstGeom>
          <a:noFill/>
          <a:ln>
            <a:noFill/>
          </a:ln>
        </p:spPr>
        <p:txBody>
          <a:bodyPr spcFirstLastPara="1" wrap="square" lIns="0" tIns="0" rIns="0" bIns="0" anchor="b" anchorCtr="0">
            <a:normAutofit/>
          </a:bodyPr>
          <a:lstStyle/>
          <a:p>
            <a:pPr marL="0" lvl="0" indent="0" algn="l" rtl="0">
              <a:lnSpc>
                <a:spcPct val="100000"/>
              </a:lnSpc>
              <a:spcBef>
                <a:spcPts val="0"/>
              </a:spcBef>
              <a:spcAft>
                <a:spcPts val="0"/>
              </a:spcAft>
              <a:buClr>
                <a:schemeClr val="lt1"/>
              </a:buClr>
              <a:buSzPts val="4800"/>
              <a:buFont typeface="Arial"/>
              <a:buNone/>
            </a:pPr>
            <a:r>
              <a:rPr lang="en-US"/>
              <a:t>How flutter works</a:t>
            </a:r>
            <a:endParaRPr/>
          </a:p>
          <a:p>
            <a:pPr marL="0" lvl="0" indent="0" algn="l" rtl="0">
              <a:lnSpc>
                <a:spcPct val="100000"/>
              </a:lnSpc>
              <a:spcBef>
                <a:spcPts val="0"/>
              </a:spcBef>
              <a:spcAft>
                <a:spcPts val="0"/>
              </a:spcAft>
              <a:buClr>
                <a:schemeClr val="lt1"/>
              </a:buClr>
              <a:buSzPts val="4800"/>
              <a:buFont typeface="Arial"/>
              <a:buNone/>
            </a:pPr>
            <a:endParaRPr/>
          </a:p>
        </p:txBody>
      </p:sp>
      <p:grpSp>
        <p:nvGrpSpPr>
          <p:cNvPr id="161" name="Google Shape;161;p5"/>
          <p:cNvGrpSpPr/>
          <p:nvPr/>
        </p:nvGrpSpPr>
        <p:grpSpPr>
          <a:xfrm>
            <a:off x="10342644" y="-261696"/>
            <a:ext cx="1795754" cy="1868165"/>
            <a:chOff x="5008644" y="2170786"/>
            <a:chExt cx="1795754" cy="1868165"/>
          </a:xfrm>
        </p:grpSpPr>
        <p:sp>
          <p:nvSpPr>
            <p:cNvPr id="162" name="Google Shape;162;p5"/>
            <p:cNvSpPr/>
            <p:nvPr/>
          </p:nvSpPr>
          <p:spPr>
            <a:xfrm rot="1800000">
              <a:off x="5463135" y="2432482"/>
              <a:ext cx="1242172" cy="729202"/>
            </a:xfrm>
            <a:custGeom>
              <a:avLst/>
              <a:gdLst/>
              <a:ahLst/>
              <a:cxnLst/>
              <a:rect l="l" t="t" r="r" b="b"/>
              <a:pathLst>
                <a:path w="540" h="317" extrusionOk="0">
                  <a:moveTo>
                    <a:pt x="266" y="0"/>
                  </a:moveTo>
                  <a:lnTo>
                    <a:pt x="0" y="158"/>
                  </a:lnTo>
                  <a:lnTo>
                    <a:pt x="266" y="317"/>
                  </a:lnTo>
                  <a:lnTo>
                    <a:pt x="540" y="158"/>
                  </a:lnTo>
                  <a:lnTo>
                    <a:pt x="266" y="0"/>
                  </a:lnTo>
                  <a:close/>
                </a:path>
              </a:pathLst>
            </a:custGeom>
            <a:gradFill>
              <a:gsLst>
                <a:gs pos="0">
                  <a:srgbClr val="2B274A">
                    <a:alpha val="20000"/>
                  </a:srgbClr>
                </a:gs>
                <a:gs pos="20000">
                  <a:srgbClr val="2B274A">
                    <a:alpha val="20000"/>
                  </a:srgbClr>
                </a:gs>
                <a:gs pos="100000">
                  <a:srgbClr val="59EFC0">
                    <a:alpha val="40000"/>
                  </a:srgbClr>
                </a:gs>
              </a:gsLst>
              <a:lin ang="0" scaled="0"/>
            </a:gradFill>
            <a:ln>
              <a:noFill/>
            </a:ln>
          </p:spPr>
          <p:txBody>
            <a:bodyPr spcFirstLastPara="1" wrap="square" lIns="91425" tIns="45700" rIns="91425" bIns="45700" anchor="ctr" anchorCtr="0">
              <a:noAutofit/>
            </a:bodyPr>
            <a:lstStyle/>
            <a:p>
              <a:pPr marL="0" marR="0" lvl="0" indent="0" algn="ctr" rtl="0">
                <a:spcBef>
                  <a:spcPts val="0"/>
                </a:spcBef>
                <a:spcAft>
                  <a:spcPts val="0"/>
                </a:spcAft>
                <a:buNone/>
              </a:pPr>
              <a:endParaRPr sz="1800" b="0" i="0" u="none" strike="noStrike" cap="none">
                <a:solidFill>
                  <a:schemeClr val="lt1"/>
                </a:solidFill>
                <a:latin typeface="Arial"/>
                <a:ea typeface="Arial"/>
                <a:cs typeface="Arial"/>
                <a:sym typeface="Arial"/>
              </a:endParaRPr>
            </a:p>
          </p:txBody>
        </p:sp>
        <p:sp>
          <p:nvSpPr>
            <p:cNvPr id="163" name="Google Shape;163;p5"/>
            <p:cNvSpPr/>
            <p:nvPr/>
          </p:nvSpPr>
          <p:spPr>
            <a:xfrm rot="1800000">
              <a:off x="5236793" y="2566400"/>
              <a:ext cx="611884" cy="1076550"/>
            </a:xfrm>
            <a:custGeom>
              <a:avLst/>
              <a:gdLst/>
              <a:ahLst/>
              <a:cxnLst/>
              <a:rect l="l" t="t" r="r" b="b"/>
              <a:pathLst>
                <a:path w="266" h="468" extrusionOk="0">
                  <a:moveTo>
                    <a:pt x="266" y="468"/>
                  </a:moveTo>
                  <a:lnTo>
                    <a:pt x="0" y="310"/>
                  </a:lnTo>
                  <a:lnTo>
                    <a:pt x="0" y="310"/>
                  </a:lnTo>
                  <a:lnTo>
                    <a:pt x="0" y="0"/>
                  </a:lnTo>
                  <a:lnTo>
                    <a:pt x="0" y="0"/>
                  </a:lnTo>
                  <a:lnTo>
                    <a:pt x="266" y="159"/>
                  </a:lnTo>
                  <a:lnTo>
                    <a:pt x="266" y="468"/>
                  </a:lnTo>
                  <a:close/>
                </a:path>
              </a:pathLst>
            </a:custGeom>
            <a:gradFill>
              <a:gsLst>
                <a:gs pos="0">
                  <a:srgbClr val="2B274A">
                    <a:alpha val="20000"/>
                  </a:srgbClr>
                </a:gs>
                <a:gs pos="20000">
                  <a:srgbClr val="2B274A">
                    <a:alpha val="20000"/>
                  </a:srgbClr>
                </a:gs>
                <a:gs pos="100000">
                  <a:srgbClr val="59EFC0">
                    <a:alpha val="40000"/>
                  </a:srgbClr>
                </a:gs>
              </a:gsLst>
              <a:lin ang="19799999" scaled="0"/>
            </a:gradFill>
            <a:ln>
              <a:noFill/>
            </a:ln>
          </p:spPr>
          <p:txBody>
            <a:bodyPr spcFirstLastPara="1" wrap="square" lIns="91425" tIns="45700" rIns="91425" bIns="45700" anchor="ctr" anchorCtr="0">
              <a:noAutofit/>
            </a:bodyPr>
            <a:lstStyle/>
            <a:p>
              <a:pPr marL="0" marR="0" lvl="0" indent="0" algn="ctr" rtl="0">
                <a:spcBef>
                  <a:spcPts val="0"/>
                </a:spcBef>
                <a:spcAft>
                  <a:spcPts val="0"/>
                </a:spcAft>
                <a:buNone/>
              </a:pPr>
              <a:endParaRPr sz="1800" b="0" i="0" u="none" strike="noStrike" cap="none">
                <a:solidFill>
                  <a:schemeClr val="lt1"/>
                </a:solidFill>
                <a:latin typeface="Arial"/>
                <a:ea typeface="Arial"/>
                <a:cs typeface="Arial"/>
                <a:sym typeface="Arial"/>
              </a:endParaRPr>
            </a:p>
          </p:txBody>
        </p:sp>
        <p:sp>
          <p:nvSpPr>
            <p:cNvPr id="164" name="Google Shape;164;p5"/>
            <p:cNvSpPr/>
            <p:nvPr/>
          </p:nvSpPr>
          <p:spPr>
            <a:xfrm rot="1800000">
              <a:off x="5765469" y="2876944"/>
              <a:ext cx="630288" cy="1076550"/>
            </a:xfrm>
            <a:custGeom>
              <a:avLst/>
              <a:gdLst/>
              <a:ahLst/>
              <a:cxnLst/>
              <a:rect l="l" t="t" r="r" b="b"/>
              <a:pathLst>
                <a:path w="274" h="468" extrusionOk="0">
                  <a:moveTo>
                    <a:pt x="274" y="0"/>
                  </a:moveTo>
                  <a:lnTo>
                    <a:pt x="274" y="310"/>
                  </a:lnTo>
                  <a:lnTo>
                    <a:pt x="274" y="310"/>
                  </a:lnTo>
                  <a:lnTo>
                    <a:pt x="0" y="468"/>
                  </a:lnTo>
                  <a:lnTo>
                    <a:pt x="0" y="159"/>
                  </a:lnTo>
                  <a:lnTo>
                    <a:pt x="274" y="0"/>
                  </a:lnTo>
                  <a:lnTo>
                    <a:pt x="274" y="0"/>
                  </a:lnTo>
                  <a:close/>
                </a:path>
              </a:pathLst>
            </a:custGeom>
            <a:gradFill>
              <a:gsLst>
                <a:gs pos="0">
                  <a:srgbClr val="2B274A">
                    <a:alpha val="20000"/>
                  </a:srgbClr>
                </a:gs>
                <a:gs pos="20000">
                  <a:srgbClr val="2B274A">
                    <a:alpha val="20000"/>
                  </a:srgbClr>
                </a:gs>
                <a:gs pos="100000">
                  <a:srgbClr val="90F4D4">
                    <a:alpha val="60000"/>
                  </a:srgbClr>
                </a:gs>
              </a:gsLst>
              <a:lin ang="18000000" scaled="0"/>
            </a:gradFill>
            <a:ln>
              <a:noFill/>
            </a:ln>
          </p:spPr>
          <p:txBody>
            <a:bodyPr spcFirstLastPara="1" wrap="square" lIns="91425" tIns="45700" rIns="91425" bIns="45700" anchor="ctr" anchorCtr="0">
              <a:noAutofit/>
            </a:bodyPr>
            <a:lstStyle/>
            <a:p>
              <a:pPr marL="0" marR="0" lvl="0" indent="0" algn="ctr" rtl="0">
                <a:spcBef>
                  <a:spcPts val="0"/>
                </a:spcBef>
                <a:spcAft>
                  <a:spcPts val="0"/>
                </a:spcAft>
                <a:buNone/>
              </a:pPr>
              <a:endParaRPr sz="1800" b="0" i="0" u="none" strike="noStrike" cap="none">
                <a:solidFill>
                  <a:schemeClr val="lt1"/>
                </a:solidFill>
                <a:latin typeface="Arial"/>
                <a:ea typeface="Arial"/>
                <a:cs typeface="Arial"/>
                <a:sym typeface="Arial"/>
              </a:endParaRPr>
            </a:p>
          </p:txBody>
        </p:sp>
      </p:grpSp>
      <p:sp>
        <p:nvSpPr>
          <p:cNvPr id="165" name="Google Shape;165;p5"/>
          <p:cNvSpPr/>
          <p:nvPr/>
        </p:nvSpPr>
        <p:spPr>
          <a:xfrm>
            <a:off x="2677897" y="5497189"/>
            <a:ext cx="360000" cy="360000"/>
          </a:xfrm>
          <a:prstGeom prst="ellipse">
            <a:avLst/>
          </a:prstGeom>
          <a:gradFill>
            <a:gsLst>
              <a:gs pos="0">
                <a:schemeClr val="dk2"/>
              </a:gs>
              <a:gs pos="60000">
                <a:schemeClr val="dk2"/>
              </a:gs>
              <a:gs pos="100000">
                <a:srgbClr val="746EB3"/>
              </a:gs>
            </a:gsLst>
            <a:path path="circle">
              <a:fillToRect l="100000" b="100000"/>
            </a:path>
            <a:tileRect t="-100000" r="-100000"/>
          </a:gradFill>
          <a:ln>
            <a:noFill/>
          </a:ln>
        </p:spPr>
        <p:txBody>
          <a:bodyPr spcFirstLastPara="1" wrap="square" lIns="91425" tIns="45700" rIns="91425" bIns="45700" anchor="ctr" anchorCtr="0">
            <a:noAutofit/>
          </a:bodyPr>
          <a:lstStyle/>
          <a:p>
            <a:pPr marL="0" marR="0" lvl="0" indent="0" algn="ctr" rtl="0">
              <a:spcBef>
                <a:spcPts val="0"/>
              </a:spcBef>
              <a:spcAft>
                <a:spcPts val="0"/>
              </a:spcAft>
              <a:buNone/>
            </a:pPr>
            <a:endParaRPr sz="1800" b="0" i="0" u="none" strike="noStrike" cap="none">
              <a:solidFill>
                <a:schemeClr val="lt1"/>
              </a:solidFill>
              <a:latin typeface="Arial"/>
              <a:ea typeface="Arial"/>
              <a:cs typeface="Arial"/>
              <a:sym typeface="Arial"/>
            </a:endParaRPr>
          </a:p>
        </p:txBody>
      </p:sp>
      <p:pic>
        <p:nvPicPr>
          <p:cNvPr id="166" name="Google Shape;166;p5" descr="A diagram of a software company&#10;&#10;Description automatically generated"/>
          <p:cNvPicPr preferRelativeResize="0"/>
          <p:nvPr/>
        </p:nvPicPr>
        <p:blipFill rotWithShape="1">
          <a:blip r:embed="rId3">
            <a:alphaModFix/>
          </a:blip>
          <a:srcRect/>
          <a:stretch/>
        </p:blipFill>
        <p:spPr>
          <a:xfrm>
            <a:off x="4804900" y="1713064"/>
            <a:ext cx="7235379" cy="4677684"/>
          </a:xfrm>
          <a:custGeom>
            <a:avLst/>
            <a:gdLst/>
            <a:ahLst/>
            <a:cxnLst/>
            <a:rect l="l" t="t" r="r" b="b"/>
            <a:pathLst>
              <a:path w="7090237" h="5759451" extrusionOk="0">
                <a:moveTo>
                  <a:pt x="0" y="0"/>
                </a:moveTo>
                <a:lnTo>
                  <a:pt x="7090237" y="0"/>
                </a:lnTo>
                <a:lnTo>
                  <a:pt x="7090237" y="5759451"/>
                </a:lnTo>
                <a:lnTo>
                  <a:pt x="0" y="5759451"/>
                </a:lnTo>
                <a:close/>
              </a:path>
            </a:pathLst>
          </a:custGeom>
          <a:noFill/>
          <a:ln>
            <a:noFill/>
          </a:ln>
        </p:spPr>
      </p:pic>
      <p:sp>
        <p:nvSpPr>
          <p:cNvPr id="167" name="Google Shape;167;p5"/>
          <p:cNvSpPr txBox="1">
            <a:spLocks noGrp="1"/>
          </p:cNvSpPr>
          <p:nvPr>
            <p:ph type="body" idx="1"/>
          </p:nvPr>
        </p:nvSpPr>
        <p:spPr>
          <a:xfrm>
            <a:off x="550863" y="2113199"/>
            <a:ext cx="4087132" cy="4197340"/>
          </a:xfrm>
          <a:prstGeom prst="rect">
            <a:avLst/>
          </a:prstGeom>
          <a:noFill/>
          <a:ln>
            <a:noFill/>
          </a:ln>
        </p:spPr>
        <p:txBody>
          <a:bodyPr spcFirstLastPara="1" wrap="square" lIns="0" tIns="0" rIns="0" bIns="0" anchor="t" anchorCtr="0">
            <a:normAutofit fontScale="92500" lnSpcReduction="10000"/>
          </a:bodyPr>
          <a:lstStyle/>
          <a:p>
            <a:pPr marL="228600" lvl="0" indent="-228600" algn="l" rtl="0">
              <a:lnSpc>
                <a:spcPct val="110000"/>
              </a:lnSpc>
              <a:spcBef>
                <a:spcPts val="0"/>
              </a:spcBef>
              <a:spcAft>
                <a:spcPts val="0"/>
              </a:spcAft>
              <a:buClr>
                <a:schemeClr val="lt1"/>
              </a:buClr>
              <a:buSzPct val="100000"/>
              <a:buChar char="•"/>
            </a:pPr>
            <a:br>
              <a:rPr lang="en-US"/>
            </a:br>
            <a:r>
              <a:rPr lang="en-US">
                <a:solidFill>
                  <a:srgbClr val="ECECEC"/>
                </a:solidFill>
              </a:rPr>
              <a:t>Flutter works by providing a framework for building native interfaces for iOS, Android, and other platforms using a single codebase.</a:t>
            </a:r>
            <a:endParaRPr/>
          </a:p>
          <a:p>
            <a:pPr marL="228600" lvl="0" indent="-111125" algn="l" rtl="0">
              <a:lnSpc>
                <a:spcPct val="110000"/>
              </a:lnSpc>
              <a:spcBef>
                <a:spcPts val="1800"/>
              </a:spcBef>
              <a:spcAft>
                <a:spcPts val="0"/>
              </a:spcAft>
              <a:buClr>
                <a:schemeClr val="lt1"/>
              </a:buClr>
              <a:buSzPct val="100000"/>
              <a:buNone/>
            </a:pPr>
            <a:endParaRPr>
              <a:solidFill>
                <a:srgbClr val="ECECEC"/>
              </a:solidFill>
            </a:endParaRPr>
          </a:p>
          <a:p>
            <a:pPr marL="0" lvl="0" indent="0" algn="l" rtl="0">
              <a:lnSpc>
                <a:spcPct val="110000"/>
              </a:lnSpc>
              <a:spcBef>
                <a:spcPts val="1800"/>
              </a:spcBef>
              <a:spcAft>
                <a:spcPts val="0"/>
              </a:spcAft>
              <a:buClr>
                <a:srgbClr val="ECECEC"/>
              </a:buClr>
              <a:buSzPct val="100000"/>
              <a:buNone/>
            </a:pPr>
            <a:r>
              <a:rPr lang="en-US">
                <a:solidFill>
                  <a:srgbClr val="ECECEC"/>
                </a:solidFill>
              </a:rPr>
              <a:t>ANDROID: JAVA/KOTLIN</a:t>
            </a:r>
            <a:endParaRPr/>
          </a:p>
          <a:p>
            <a:pPr marL="0" lvl="0" indent="0" algn="l" rtl="0">
              <a:lnSpc>
                <a:spcPct val="110000"/>
              </a:lnSpc>
              <a:spcBef>
                <a:spcPts val="1800"/>
              </a:spcBef>
              <a:spcAft>
                <a:spcPts val="0"/>
              </a:spcAft>
              <a:buClr>
                <a:srgbClr val="ECECEC"/>
              </a:buClr>
              <a:buSzPct val="100000"/>
              <a:buNone/>
            </a:pPr>
            <a:r>
              <a:rPr lang="en-US">
                <a:solidFill>
                  <a:srgbClr val="ECECEC"/>
                </a:solidFill>
              </a:rPr>
              <a:t>IOS:SWIFT</a:t>
            </a:r>
            <a:endParaRPr/>
          </a:p>
          <a:p>
            <a:pPr marL="0" lvl="0" indent="0" algn="l" rtl="0">
              <a:lnSpc>
                <a:spcPct val="110000"/>
              </a:lnSpc>
              <a:spcBef>
                <a:spcPts val="1800"/>
              </a:spcBef>
              <a:spcAft>
                <a:spcPts val="0"/>
              </a:spcAft>
              <a:buClr>
                <a:srgbClr val="ECECEC"/>
              </a:buClr>
              <a:buSzPct val="100000"/>
              <a:buNone/>
            </a:pPr>
            <a:r>
              <a:rPr lang="en-US">
                <a:solidFill>
                  <a:srgbClr val="ECECEC"/>
                </a:solidFill>
              </a:rPr>
              <a:t>WEB:HTML-CSS_JAVASCRIPT</a:t>
            </a:r>
            <a:endParaRPr/>
          </a:p>
          <a:p>
            <a:pPr marL="0" lvl="0" indent="0" algn="l" rtl="0">
              <a:lnSpc>
                <a:spcPct val="110000"/>
              </a:lnSpc>
              <a:spcBef>
                <a:spcPts val="1800"/>
              </a:spcBef>
              <a:spcAft>
                <a:spcPts val="0"/>
              </a:spcAft>
              <a:buClr>
                <a:srgbClr val="ECECEC"/>
              </a:buClr>
              <a:buSzPct val="100000"/>
              <a:buNone/>
            </a:pPr>
            <a:r>
              <a:rPr lang="en-US">
                <a:solidFill>
                  <a:srgbClr val="ECECEC"/>
                </a:solidFill>
              </a:rPr>
              <a:t>DESKTOP: C++</a:t>
            </a:r>
            <a:endParaRPr/>
          </a:p>
          <a:p>
            <a:pPr marL="0" lvl="0" indent="0" algn="l" rtl="0">
              <a:lnSpc>
                <a:spcPct val="110000"/>
              </a:lnSpc>
              <a:spcBef>
                <a:spcPts val="1800"/>
              </a:spcBef>
              <a:spcAft>
                <a:spcPts val="0"/>
              </a:spcAft>
              <a:buClr>
                <a:schemeClr val="lt1"/>
              </a:buClr>
              <a:buSzPct val="100000"/>
              <a:buNone/>
            </a:pPr>
            <a:endParaRPr>
              <a:solidFill>
                <a:srgbClr val="FFFFFF"/>
              </a:solidFill>
            </a:endParaRPr>
          </a:p>
        </p:txBody>
      </p:sp>
    </p:spTree>
  </p:cSld>
  <p:clrMapOvr>
    <a:masterClrMapping/>
  </p:clrMapOvr>
</p:sld>
</file>

<file path=ppt/slides/slide6.xml><?xml version="1.0" encoding="utf-8"?>
<p:sld xmlns:a="http://schemas.openxmlformats.org/drawingml/2006/main" xmlns:r="http://schemas.openxmlformats.org/officeDocument/2006/relationships" xmlns:p="http://schemas.openxmlformats.org/presentationml/2006/main">
  <p:cSld>
    <p:spTree>
      <p:nvGrpSpPr>
        <p:cNvPr id="1" name="Shape 171"/>
        <p:cNvGrpSpPr/>
        <p:nvPr/>
      </p:nvGrpSpPr>
      <p:grpSpPr>
        <a:xfrm>
          <a:off x="0" y="0"/>
          <a:ext cx="0" cy="0"/>
          <a:chOff x="0" y="0"/>
          <a:chExt cx="0" cy="0"/>
        </a:xfrm>
      </p:grpSpPr>
      <p:sp>
        <p:nvSpPr>
          <p:cNvPr id="172" name="Google Shape;172;p6"/>
          <p:cNvSpPr txBox="1">
            <a:spLocks noGrp="1"/>
          </p:cNvSpPr>
          <p:nvPr>
            <p:ph type="title"/>
          </p:nvPr>
        </p:nvSpPr>
        <p:spPr>
          <a:xfrm>
            <a:off x="550862" y="549275"/>
            <a:ext cx="11091600" cy="1332000"/>
          </a:xfrm>
          <a:prstGeom prst="rect">
            <a:avLst/>
          </a:prstGeom>
          <a:noFill/>
          <a:ln>
            <a:noFill/>
          </a:ln>
        </p:spPr>
        <p:txBody>
          <a:bodyPr spcFirstLastPara="1" wrap="square" lIns="0" tIns="0" rIns="0" bIns="0" anchor="t" anchorCtr="0">
            <a:normAutofit/>
          </a:bodyPr>
          <a:lstStyle/>
          <a:p>
            <a:pPr marL="0" lvl="0" indent="0" algn="l" rtl="0">
              <a:lnSpc>
                <a:spcPct val="100000"/>
              </a:lnSpc>
              <a:spcBef>
                <a:spcPts val="0"/>
              </a:spcBef>
              <a:spcAft>
                <a:spcPts val="0"/>
              </a:spcAft>
              <a:buClr>
                <a:schemeClr val="lt1"/>
              </a:buClr>
              <a:buSzPts val="4800"/>
              <a:buFont typeface="Arial"/>
              <a:buNone/>
            </a:pPr>
            <a:r>
              <a:rPr lang="en-US"/>
              <a:t>Setup environment</a:t>
            </a:r>
            <a:endParaRPr/>
          </a:p>
          <a:p>
            <a:pPr marL="0" lvl="0" indent="0" algn="l" rtl="0">
              <a:lnSpc>
                <a:spcPct val="100000"/>
              </a:lnSpc>
              <a:spcBef>
                <a:spcPts val="0"/>
              </a:spcBef>
              <a:spcAft>
                <a:spcPts val="0"/>
              </a:spcAft>
              <a:buClr>
                <a:schemeClr val="lt1"/>
              </a:buClr>
              <a:buSzPts val="4800"/>
              <a:buFont typeface="Arial"/>
              <a:buNone/>
            </a:pPr>
            <a:endParaRPr/>
          </a:p>
        </p:txBody>
      </p:sp>
      <p:sp>
        <p:nvSpPr>
          <p:cNvPr id="173" name="Google Shape;173;p6"/>
          <p:cNvSpPr txBox="1">
            <a:spLocks noGrp="1"/>
          </p:cNvSpPr>
          <p:nvPr>
            <p:ph type="body" idx="1"/>
          </p:nvPr>
        </p:nvSpPr>
        <p:spPr>
          <a:xfrm>
            <a:off x="550863" y="2113199"/>
            <a:ext cx="11090274" cy="3979625"/>
          </a:xfrm>
          <a:prstGeom prst="rect">
            <a:avLst/>
          </a:prstGeom>
          <a:noFill/>
          <a:ln>
            <a:noFill/>
          </a:ln>
        </p:spPr>
        <p:txBody>
          <a:bodyPr spcFirstLastPara="1" wrap="square" lIns="0" tIns="0" rIns="0" bIns="0" anchor="t" anchorCtr="0">
            <a:normAutofit/>
          </a:bodyPr>
          <a:lstStyle/>
          <a:p>
            <a:pPr marL="228600" lvl="0" indent="-228600" algn="l" rtl="0">
              <a:lnSpc>
                <a:spcPct val="110000"/>
              </a:lnSpc>
              <a:spcBef>
                <a:spcPts val="0"/>
              </a:spcBef>
              <a:spcAft>
                <a:spcPts val="0"/>
              </a:spcAft>
              <a:buClr>
                <a:schemeClr val="lt1"/>
              </a:buClr>
              <a:buSzPts val="2000"/>
              <a:buChar char="•"/>
            </a:pPr>
            <a:r>
              <a:rPr lang="en-US">
                <a:solidFill>
                  <a:schemeClr val="lt1"/>
                </a:solidFill>
              </a:rPr>
              <a:t>DOWNLOAD : </a:t>
            </a:r>
            <a:r>
              <a:rPr lang="en-US" u="sng">
                <a:solidFill>
                  <a:srgbClr val="002CDE"/>
                </a:solidFill>
                <a:hlinkClick r:id="rId3">
                  <a:extLst>
                    <a:ext uri="{A12FA001-AC4F-418D-AE19-62706E023703}">
                      <ahyp:hlinkClr xmlns:ahyp="http://schemas.microsoft.com/office/drawing/2018/hyperlinkcolor" val="tx"/>
                    </a:ext>
                  </a:extLst>
                </a:hlinkClick>
              </a:rPr>
              <a:t>Android Studio Website</a:t>
            </a:r>
            <a:endParaRPr>
              <a:solidFill>
                <a:srgbClr val="002CDE"/>
              </a:solidFill>
            </a:endParaRPr>
          </a:p>
          <a:p>
            <a:pPr marL="0" lvl="0" indent="0" algn="l" rtl="0">
              <a:lnSpc>
                <a:spcPct val="110000"/>
              </a:lnSpc>
              <a:spcBef>
                <a:spcPts val="1800"/>
              </a:spcBef>
              <a:spcAft>
                <a:spcPts val="0"/>
              </a:spcAft>
              <a:buClr>
                <a:schemeClr val="lt1"/>
              </a:buClr>
              <a:buSzPts val="2000"/>
              <a:buNone/>
            </a:pPr>
            <a:endParaRPr>
              <a:solidFill>
                <a:schemeClr val="lt1"/>
              </a:solidFill>
            </a:endParaRPr>
          </a:p>
          <a:p>
            <a:pPr marL="228600" lvl="0" indent="-228600" algn="l" rtl="0">
              <a:lnSpc>
                <a:spcPct val="110000"/>
              </a:lnSpc>
              <a:spcBef>
                <a:spcPts val="1800"/>
              </a:spcBef>
              <a:spcAft>
                <a:spcPts val="0"/>
              </a:spcAft>
              <a:buClr>
                <a:schemeClr val="lt1"/>
              </a:buClr>
              <a:buSzPts val="2000"/>
              <a:buChar char="•"/>
            </a:pPr>
            <a:r>
              <a:rPr lang="en-US">
                <a:solidFill>
                  <a:schemeClr val="lt1"/>
                </a:solidFill>
              </a:rPr>
              <a:t>Windows :</a:t>
            </a:r>
            <a:r>
              <a:rPr lang="en-US" u="sng">
                <a:solidFill>
                  <a:srgbClr val="002CDE"/>
                </a:solidFill>
                <a:hlinkClick r:id="rId4">
                  <a:extLst>
                    <a:ext uri="{A12FA001-AC4F-418D-AE19-62706E023703}">
                      <ahyp:hlinkClr xmlns:ahyp="http://schemas.microsoft.com/office/drawing/2018/hyperlinkcolor" val="tx"/>
                    </a:ext>
                  </a:extLst>
                </a:hlinkClick>
              </a:rPr>
              <a:t>How to install Flutter on windows</a:t>
            </a:r>
            <a:endParaRPr/>
          </a:p>
          <a:p>
            <a:pPr marL="228600" lvl="0" indent="-101600" algn="l" rtl="0">
              <a:lnSpc>
                <a:spcPct val="110000"/>
              </a:lnSpc>
              <a:spcBef>
                <a:spcPts val="1800"/>
              </a:spcBef>
              <a:spcAft>
                <a:spcPts val="0"/>
              </a:spcAft>
              <a:buClr>
                <a:schemeClr val="lt1"/>
              </a:buClr>
              <a:buSzPts val="2000"/>
              <a:buNone/>
            </a:pPr>
            <a:endParaRPr>
              <a:solidFill>
                <a:schemeClr val="lt1"/>
              </a:solidFill>
            </a:endParaRPr>
          </a:p>
          <a:p>
            <a:pPr marL="228600" lvl="0" indent="-228600" algn="l" rtl="0">
              <a:lnSpc>
                <a:spcPct val="110000"/>
              </a:lnSpc>
              <a:spcBef>
                <a:spcPts val="1800"/>
              </a:spcBef>
              <a:spcAft>
                <a:spcPts val="0"/>
              </a:spcAft>
              <a:buClr>
                <a:schemeClr val="lt1"/>
              </a:buClr>
              <a:buSzPts val="2000"/>
              <a:buChar char="•"/>
            </a:pPr>
            <a:r>
              <a:rPr lang="en-US">
                <a:solidFill>
                  <a:schemeClr val="lt1"/>
                </a:solidFill>
              </a:rPr>
              <a:t>MAC: </a:t>
            </a:r>
            <a:r>
              <a:rPr lang="en-US" u="sng">
                <a:solidFill>
                  <a:srgbClr val="002CDE"/>
                </a:solidFill>
                <a:hlinkClick r:id="rId5">
                  <a:extLst>
                    <a:ext uri="{A12FA001-AC4F-418D-AE19-62706E023703}">
                      <ahyp:hlinkClr xmlns:ahyp="http://schemas.microsoft.com/office/drawing/2018/hyperlinkcolor" val="tx"/>
                    </a:ext>
                  </a:extLst>
                </a:hlinkClick>
              </a:rPr>
              <a:t>How to install flutter on MAC</a:t>
            </a:r>
            <a:endParaRPr>
              <a:solidFill>
                <a:srgbClr val="002CDE"/>
              </a:solidFill>
            </a:endParaRPr>
          </a:p>
        </p:txBody>
      </p:sp>
    </p:spTree>
  </p:cSld>
  <p:clrMapOvr>
    <a:masterClrMapping/>
  </p:clrMapOvr>
</p:sld>
</file>

<file path=ppt/slides/slide7.xml><?xml version="1.0" encoding="utf-8"?>
<p:sld xmlns:a="http://schemas.openxmlformats.org/drawingml/2006/main" xmlns:r="http://schemas.openxmlformats.org/officeDocument/2006/relationships" xmlns:p="http://schemas.openxmlformats.org/presentationml/2006/main">
  <p:cSld>
    <p:spTree>
      <p:nvGrpSpPr>
        <p:cNvPr id="1" name="Shape 177"/>
        <p:cNvGrpSpPr/>
        <p:nvPr/>
      </p:nvGrpSpPr>
      <p:grpSpPr>
        <a:xfrm>
          <a:off x="0" y="0"/>
          <a:ext cx="0" cy="0"/>
          <a:chOff x="0" y="0"/>
          <a:chExt cx="0" cy="0"/>
        </a:xfrm>
      </p:grpSpPr>
      <p:sp>
        <p:nvSpPr>
          <p:cNvPr id="178" name="Google Shape;178;p7"/>
          <p:cNvSpPr txBox="1">
            <a:spLocks noGrp="1"/>
          </p:cNvSpPr>
          <p:nvPr>
            <p:ph type="title"/>
          </p:nvPr>
        </p:nvSpPr>
        <p:spPr>
          <a:xfrm>
            <a:off x="950005" y="3222323"/>
            <a:ext cx="11091600" cy="1332000"/>
          </a:xfrm>
          <a:prstGeom prst="rect">
            <a:avLst/>
          </a:prstGeom>
          <a:noFill/>
          <a:ln>
            <a:noFill/>
          </a:ln>
        </p:spPr>
        <p:txBody>
          <a:bodyPr spcFirstLastPara="1" wrap="square" lIns="0" tIns="0" rIns="0" bIns="0" anchor="t" anchorCtr="0">
            <a:normAutofit/>
          </a:bodyPr>
          <a:lstStyle/>
          <a:p>
            <a:pPr marL="0" lvl="0" indent="0" algn="l" rtl="0">
              <a:lnSpc>
                <a:spcPct val="100000"/>
              </a:lnSpc>
              <a:spcBef>
                <a:spcPts val="0"/>
              </a:spcBef>
              <a:spcAft>
                <a:spcPts val="0"/>
              </a:spcAft>
              <a:buClr>
                <a:schemeClr val="lt1"/>
              </a:buClr>
              <a:buSzPts val="4800"/>
              <a:buFont typeface="Arial"/>
              <a:buNone/>
            </a:pPr>
            <a:r>
              <a:rPr lang="en-US"/>
              <a:t>Introduction To ANDROID STUDIO</a:t>
            </a:r>
            <a:endParaRPr/>
          </a:p>
        </p:txBody>
      </p:sp>
    </p:spTree>
  </p:cSld>
  <p:clrMapOvr>
    <a:masterClrMapping/>
  </p:clrMapOvr>
</p:sld>
</file>

<file path=ppt/slides/slide8.xml><?xml version="1.0" encoding="utf-8"?>
<p:sld xmlns:a="http://schemas.openxmlformats.org/drawingml/2006/main" xmlns:r="http://schemas.openxmlformats.org/officeDocument/2006/relationships" xmlns:p="http://schemas.openxmlformats.org/presentationml/2006/main">
  <p:cSld>
    <p:spTree>
      <p:nvGrpSpPr>
        <p:cNvPr id="1" name="Shape 182"/>
        <p:cNvGrpSpPr/>
        <p:nvPr/>
      </p:nvGrpSpPr>
      <p:grpSpPr>
        <a:xfrm>
          <a:off x="0" y="0"/>
          <a:ext cx="0" cy="0"/>
          <a:chOff x="0" y="0"/>
          <a:chExt cx="0" cy="0"/>
        </a:xfrm>
      </p:grpSpPr>
      <p:sp>
        <p:nvSpPr>
          <p:cNvPr id="183" name="Google Shape;183;p8"/>
          <p:cNvSpPr txBox="1">
            <a:spLocks noGrp="1"/>
          </p:cNvSpPr>
          <p:nvPr>
            <p:ph type="title"/>
          </p:nvPr>
        </p:nvSpPr>
        <p:spPr>
          <a:xfrm>
            <a:off x="550862" y="428323"/>
            <a:ext cx="11091600" cy="1029620"/>
          </a:xfrm>
          <a:prstGeom prst="rect">
            <a:avLst/>
          </a:prstGeom>
          <a:noFill/>
          <a:ln>
            <a:noFill/>
          </a:ln>
        </p:spPr>
        <p:txBody>
          <a:bodyPr spcFirstLastPara="1" wrap="square" lIns="0" tIns="0" rIns="0" bIns="0" anchor="t" anchorCtr="0">
            <a:normAutofit/>
          </a:bodyPr>
          <a:lstStyle/>
          <a:p>
            <a:pPr marL="0" lvl="0" indent="0" algn="ctr" rtl="0">
              <a:lnSpc>
                <a:spcPct val="100000"/>
              </a:lnSpc>
              <a:spcBef>
                <a:spcPts val="0"/>
              </a:spcBef>
              <a:spcAft>
                <a:spcPts val="0"/>
              </a:spcAft>
              <a:buClr>
                <a:schemeClr val="lt1"/>
              </a:buClr>
              <a:buSzPts val="4800"/>
              <a:buFont typeface="Arial"/>
              <a:buNone/>
            </a:pPr>
            <a:r>
              <a:rPr lang="en-US" b="1"/>
              <a:t>Dart programming basics</a:t>
            </a:r>
            <a:endParaRPr/>
          </a:p>
          <a:p>
            <a:pPr marL="0" lvl="0" indent="0" algn="ctr" rtl="0">
              <a:lnSpc>
                <a:spcPct val="100000"/>
              </a:lnSpc>
              <a:spcBef>
                <a:spcPts val="0"/>
              </a:spcBef>
              <a:spcAft>
                <a:spcPts val="0"/>
              </a:spcAft>
              <a:buClr>
                <a:schemeClr val="lt1"/>
              </a:buClr>
              <a:buSzPts val="4800"/>
              <a:buFont typeface="Arial"/>
              <a:buNone/>
            </a:pPr>
            <a:endParaRPr/>
          </a:p>
        </p:txBody>
      </p:sp>
      <p:sp>
        <p:nvSpPr>
          <p:cNvPr id="184" name="Google Shape;184;p8"/>
          <p:cNvSpPr txBox="1"/>
          <p:nvPr/>
        </p:nvSpPr>
        <p:spPr>
          <a:xfrm>
            <a:off x="551543" y="1386114"/>
            <a:ext cx="10701866" cy="4893647"/>
          </a:xfrm>
          <a:prstGeom prst="rect">
            <a:avLst/>
          </a:prstGeom>
          <a:noFill/>
          <a:ln>
            <a:noFill/>
          </a:ln>
        </p:spPr>
        <p:txBody>
          <a:bodyPr spcFirstLastPara="1" wrap="square" lIns="91425" tIns="45700" rIns="91425" bIns="45700" anchor="t" anchorCtr="0">
            <a:spAutoFit/>
          </a:bodyPr>
          <a:lstStyle/>
          <a:p>
            <a:pPr marL="0" marR="0" lvl="0" indent="0" algn="l" rtl="0">
              <a:spcBef>
                <a:spcPts val="0"/>
              </a:spcBef>
              <a:spcAft>
                <a:spcPts val="0"/>
              </a:spcAft>
              <a:buNone/>
            </a:pPr>
            <a:r>
              <a:rPr lang="en-US" sz="2000" b="0" i="0" u="none" strike="noStrike" cap="none">
                <a:solidFill>
                  <a:schemeClr val="lt1"/>
                </a:solidFill>
                <a:latin typeface="Arial"/>
                <a:ea typeface="Arial"/>
                <a:cs typeface="Arial"/>
                <a:sym typeface="Arial"/>
              </a:rPr>
              <a:t>• Variables                                    ​</a:t>
            </a:r>
            <a:endParaRPr sz="2000">
              <a:solidFill>
                <a:schemeClr val="lt1"/>
              </a:solidFill>
              <a:latin typeface="Arial"/>
              <a:ea typeface="Arial"/>
              <a:cs typeface="Arial"/>
              <a:sym typeface="Arial"/>
            </a:endParaRPr>
          </a:p>
          <a:p>
            <a:pPr marL="0" marR="0" lvl="0" indent="0" algn="l" rtl="0">
              <a:spcBef>
                <a:spcPts val="0"/>
              </a:spcBef>
              <a:spcAft>
                <a:spcPts val="0"/>
              </a:spcAft>
              <a:buNone/>
            </a:pPr>
            <a:r>
              <a:rPr lang="en-US" sz="2000">
                <a:solidFill>
                  <a:schemeClr val="lt1"/>
                </a:solidFill>
                <a:latin typeface="Arial"/>
                <a:ea typeface="Arial"/>
                <a:cs typeface="Arial"/>
                <a:sym typeface="Arial"/>
              </a:rPr>
              <a:t>• Data types​</a:t>
            </a:r>
            <a:endParaRPr sz="2000">
              <a:solidFill>
                <a:schemeClr val="lt1"/>
              </a:solidFill>
              <a:latin typeface="Arial"/>
              <a:ea typeface="Arial"/>
              <a:cs typeface="Arial"/>
              <a:sym typeface="Arial"/>
            </a:endParaRPr>
          </a:p>
          <a:p>
            <a:pPr marL="0" marR="0" lvl="0" indent="0" algn="l" rtl="0">
              <a:spcBef>
                <a:spcPts val="0"/>
              </a:spcBef>
              <a:spcAft>
                <a:spcPts val="0"/>
              </a:spcAft>
              <a:buNone/>
            </a:pPr>
            <a:r>
              <a:rPr lang="en-US" sz="2000">
                <a:solidFill>
                  <a:schemeClr val="lt1"/>
                </a:solidFill>
                <a:latin typeface="Arial"/>
                <a:ea typeface="Arial"/>
                <a:cs typeface="Arial"/>
                <a:sym typeface="Arial"/>
              </a:rPr>
              <a:t>• Arithmetic operators​</a:t>
            </a:r>
            <a:endParaRPr sz="2000">
              <a:solidFill>
                <a:schemeClr val="lt1"/>
              </a:solidFill>
              <a:latin typeface="Arial"/>
              <a:ea typeface="Arial"/>
              <a:cs typeface="Arial"/>
              <a:sym typeface="Arial"/>
            </a:endParaRPr>
          </a:p>
          <a:p>
            <a:pPr marL="0" marR="0" lvl="0" indent="0" algn="l" rtl="0">
              <a:spcBef>
                <a:spcPts val="0"/>
              </a:spcBef>
              <a:spcAft>
                <a:spcPts val="0"/>
              </a:spcAft>
              <a:buNone/>
            </a:pPr>
            <a:r>
              <a:rPr lang="en-US" sz="2000">
                <a:solidFill>
                  <a:schemeClr val="lt1"/>
                </a:solidFill>
                <a:latin typeface="Arial"/>
                <a:ea typeface="Arial"/>
                <a:cs typeface="Arial"/>
                <a:sym typeface="Arial"/>
              </a:rPr>
              <a:t>• Dot operator​</a:t>
            </a:r>
            <a:endParaRPr sz="2000">
              <a:solidFill>
                <a:schemeClr val="lt1"/>
              </a:solidFill>
              <a:latin typeface="Arial"/>
              <a:ea typeface="Arial"/>
              <a:cs typeface="Arial"/>
              <a:sym typeface="Arial"/>
            </a:endParaRPr>
          </a:p>
          <a:p>
            <a:pPr marL="0" marR="0" lvl="0" indent="0" algn="l" rtl="0">
              <a:spcBef>
                <a:spcPts val="0"/>
              </a:spcBef>
              <a:spcAft>
                <a:spcPts val="0"/>
              </a:spcAft>
              <a:buNone/>
            </a:pPr>
            <a:r>
              <a:rPr lang="en-US" sz="2000">
                <a:solidFill>
                  <a:schemeClr val="lt1"/>
                </a:solidFill>
                <a:latin typeface="Arial"/>
                <a:ea typeface="Arial"/>
                <a:cs typeface="Arial"/>
                <a:sym typeface="Arial"/>
              </a:rPr>
              <a:t>• Collection data​</a:t>
            </a:r>
            <a:endParaRPr sz="2000">
              <a:solidFill>
                <a:schemeClr val="lt1"/>
              </a:solidFill>
              <a:latin typeface="Arial"/>
              <a:ea typeface="Arial"/>
              <a:cs typeface="Arial"/>
              <a:sym typeface="Arial"/>
            </a:endParaRPr>
          </a:p>
          <a:p>
            <a:pPr marL="0" marR="0" lvl="0" indent="0" algn="l" rtl="0">
              <a:spcBef>
                <a:spcPts val="0"/>
              </a:spcBef>
              <a:spcAft>
                <a:spcPts val="0"/>
              </a:spcAft>
              <a:buNone/>
            </a:pPr>
            <a:r>
              <a:rPr lang="en-US" sz="2000">
                <a:solidFill>
                  <a:schemeClr val="lt1"/>
                </a:solidFill>
                <a:latin typeface="Arial"/>
                <a:ea typeface="Arial"/>
                <a:cs typeface="Arial"/>
                <a:sym typeface="Arial"/>
              </a:rPr>
              <a:t>• List​</a:t>
            </a:r>
            <a:endParaRPr sz="2000">
              <a:solidFill>
                <a:schemeClr val="lt1"/>
              </a:solidFill>
              <a:latin typeface="Arial"/>
              <a:ea typeface="Arial"/>
              <a:cs typeface="Arial"/>
              <a:sym typeface="Arial"/>
            </a:endParaRPr>
          </a:p>
          <a:p>
            <a:pPr marL="0" marR="0" lvl="0" indent="0" algn="l" rtl="0">
              <a:spcBef>
                <a:spcPts val="0"/>
              </a:spcBef>
              <a:spcAft>
                <a:spcPts val="0"/>
              </a:spcAft>
              <a:buNone/>
            </a:pPr>
            <a:r>
              <a:rPr lang="en-US" sz="2000">
                <a:solidFill>
                  <a:schemeClr val="lt1"/>
                </a:solidFill>
                <a:latin typeface="Arial"/>
                <a:ea typeface="Arial"/>
                <a:cs typeface="Arial"/>
                <a:sym typeface="Arial"/>
              </a:rPr>
              <a:t>• Set​</a:t>
            </a:r>
            <a:endParaRPr sz="2000">
              <a:solidFill>
                <a:schemeClr val="lt1"/>
              </a:solidFill>
              <a:latin typeface="Arial"/>
              <a:ea typeface="Arial"/>
              <a:cs typeface="Arial"/>
              <a:sym typeface="Arial"/>
            </a:endParaRPr>
          </a:p>
          <a:p>
            <a:pPr marL="0" marR="0" lvl="0" indent="0" algn="l" rtl="0">
              <a:spcBef>
                <a:spcPts val="0"/>
              </a:spcBef>
              <a:spcAft>
                <a:spcPts val="0"/>
              </a:spcAft>
              <a:buNone/>
            </a:pPr>
            <a:r>
              <a:rPr lang="en-US" sz="2000">
                <a:solidFill>
                  <a:schemeClr val="lt1"/>
                </a:solidFill>
                <a:latin typeface="Arial"/>
                <a:ea typeface="Arial"/>
                <a:cs typeface="Arial"/>
                <a:sym typeface="Arial"/>
              </a:rPr>
              <a:t>• Maps​</a:t>
            </a:r>
            <a:endParaRPr sz="2000">
              <a:solidFill>
                <a:schemeClr val="lt1"/>
              </a:solidFill>
              <a:latin typeface="Arial"/>
              <a:ea typeface="Arial"/>
              <a:cs typeface="Arial"/>
              <a:sym typeface="Arial"/>
            </a:endParaRPr>
          </a:p>
          <a:p>
            <a:pPr marL="0" marR="0" lvl="0" indent="0" algn="l" rtl="0">
              <a:spcBef>
                <a:spcPts val="0"/>
              </a:spcBef>
              <a:spcAft>
                <a:spcPts val="0"/>
              </a:spcAft>
              <a:buNone/>
            </a:pPr>
            <a:r>
              <a:rPr lang="en-US" sz="2000">
                <a:solidFill>
                  <a:schemeClr val="lt1"/>
                </a:solidFill>
                <a:latin typeface="Arial"/>
                <a:ea typeface="Arial"/>
                <a:cs typeface="Arial"/>
                <a:sym typeface="Arial"/>
              </a:rPr>
              <a:t>• Comparison operators​</a:t>
            </a:r>
            <a:endParaRPr sz="2000">
              <a:solidFill>
                <a:schemeClr val="lt1"/>
              </a:solidFill>
              <a:latin typeface="Arial"/>
              <a:ea typeface="Arial"/>
              <a:cs typeface="Arial"/>
              <a:sym typeface="Arial"/>
            </a:endParaRPr>
          </a:p>
          <a:p>
            <a:pPr marL="0" marR="0" lvl="0" indent="0" algn="l" rtl="0">
              <a:spcBef>
                <a:spcPts val="0"/>
              </a:spcBef>
              <a:spcAft>
                <a:spcPts val="0"/>
              </a:spcAft>
              <a:buNone/>
            </a:pPr>
            <a:r>
              <a:rPr lang="en-US" sz="2000">
                <a:solidFill>
                  <a:schemeClr val="lt1"/>
                </a:solidFill>
                <a:latin typeface="Arial"/>
                <a:ea typeface="Arial"/>
                <a:cs typeface="Arial"/>
                <a:sym typeface="Arial"/>
              </a:rPr>
              <a:t>• Conditional statements​</a:t>
            </a:r>
            <a:endParaRPr sz="2000">
              <a:solidFill>
                <a:schemeClr val="lt1"/>
              </a:solidFill>
              <a:latin typeface="Arial"/>
              <a:ea typeface="Arial"/>
              <a:cs typeface="Arial"/>
              <a:sym typeface="Arial"/>
            </a:endParaRPr>
          </a:p>
          <a:p>
            <a:pPr marL="0" marR="0" lvl="0" indent="0" algn="l" rtl="0">
              <a:spcBef>
                <a:spcPts val="0"/>
              </a:spcBef>
              <a:spcAft>
                <a:spcPts val="0"/>
              </a:spcAft>
              <a:buNone/>
            </a:pPr>
            <a:r>
              <a:rPr lang="en-US" sz="2000">
                <a:solidFill>
                  <a:schemeClr val="lt1"/>
                </a:solidFill>
                <a:latin typeface="Arial"/>
                <a:ea typeface="Arial"/>
                <a:cs typeface="Arial"/>
                <a:sym typeface="Arial"/>
              </a:rPr>
              <a:t>• Logical operator​</a:t>
            </a:r>
            <a:endParaRPr sz="2000">
              <a:solidFill>
                <a:schemeClr val="lt1"/>
              </a:solidFill>
              <a:latin typeface="Arial"/>
              <a:ea typeface="Arial"/>
              <a:cs typeface="Arial"/>
              <a:sym typeface="Arial"/>
            </a:endParaRPr>
          </a:p>
          <a:p>
            <a:pPr marL="0" marR="0" lvl="0" indent="0" algn="l" rtl="0">
              <a:spcBef>
                <a:spcPts val="0"/>
              </a:spcBef>
              <a:spcAft>
                <a:spcPts val="0"/>
              </a:spcAft>
              <a:buNone/>
            </a:pPr>
            <a:r>
              <a:rPr lang="en-US" sz="2000">
                <a:solidFill>
                  <a:schemeClr val="lt1"/>
                </a:solidFill>
                <a:latin typeface="Arial"/>
                <a:ea typeface="Arial"/>
                <a:cs typeface="Arial"/>
                <a:sym typeface="Arial"/>
              </a:rPr>
              <a:t>• Null safety​</a:t>
            </a:r>
            <a:endParaRPr sz="2000">
              <a:solidFill>
                <a:schemeClr val="lt1"/>
              </a:solidFill>
              <a:latin typeface="Arial"/>
              <a:ea typeface="Arial"/>
              <a:cs typeface="Arial"/>
              <a:sym typeface="Arial"/>
            </a:endParaRPr>
          </a:p>
          <a:p>
            <a:pPr marL="0" marR="0" lvl="0" indent="0" algn="l" rtl="0">
              <a:spcBef>
                <a:spcPts val="0"/>
              </a:spcBef>
              <a:spcAft>
                <a:spcPts val="0"/>
              </a:spcAft>
              <a:buNone/>
            </a:pPr>
            <a:r>
              <a:rPr lang="en-US" sz="2000">
                <a:solidFill>
                  <a:schemeClr val="lt1"/>
                </a:solidFill>
                <a:latin typeface="Arial"/>
                <a:ea typeface="Arial"/>
                <a:cs typeface="Arial"/>
                <a:sym typeface="Arial"/>
              </a:rPr>
              <a:t>• Loops​</a:t>
            </a:r>
            <a:endParaRPr sz="2000">
              <a:solidFill>
                <a:schemeClr val="lt1"/>
              </a:solidFill>
              <a:latin typeface="Arial"/>
              <a:ea typeface="Arial"/>
              <a:cs typeface="Arial"/>
              <a:sym typeface="Arial"/>
            </a:endParaRPr>
          </a:p>
          <a:p>
            <a:pPr marL="0" marR="0" lvl="0" indent="0" algn="l" rtl="0">
              <a:spcBef>
                <a:spcPts val="0"/>
              </a:spcBef>
              <a:spcAft>
                <a:spcPts val="0"/>
              </a:spcAft>
              <a:buNone/>
            </a:pPr>
            <a:r>
              <a:rPr lang="en-US" sz="2000">
                <a:solidFill>
                  <a:schemeClr val="lt1"/>
                </a:solidFill>
                <a:latin typeface="Arial"/>
                <a:ea typeface="Arial"/>
                <a:cs typeface="Arial"/>
                <a:sym typeface="Arial"/>
              </a:rPr>
              <a:t>*Functions Overview</a:t>
            </a:r>
            <a:endParaRPr/>
          </a:p>
          <a:p>
            <a:pPr marL="0" marR="0" lvl="0" indent="0" algn="l" rtl="0">
              <a:spcBef>
                <a:spcPts val="0"/>
              </a:spcBef>
              <a:spcAft>
                <a:spcPts val="0"/>
              </a:spcAft>
              <a:buNone/>
            </a:pPr>
            <a:r>
              <a:rPr lang="en-US" sz="2000">
                <a:solidFill>
                  <a:schemeClr val="lt1"/>
                </a:solidFill>
                <a:latin typeface="Arial"/>
                <a:ea typeface="Arial"/>
                <a:cs typeface="Arial"/>
                <a:sym typeface="Arial"/>
              </a:rPr>
              <a:t>​</a:t>
            </a:r>
            <a:endParaRPr sz="2000">
              <a:solidFill>
                <a:schemeClr val="lt1"/>
              </a:solidFill>
              <a:latin typeface="Arial"/>
              <a:ea typeface="Arial"/>
              <a:cs typeface="Arial"/>
              <a:sym typeface="Arial"/>
            </a:endParaRPr>
          </a:p>
          <a:p>
            <a:pPr marL="0" marR="0" lvl="0" indent="0" algn="l" rtl="0">
              <a:spcBef>
                <a:spcPts val="0"/>
              </a:spcBef>
              <a:spcAft>
                <a:spcPts val="0"/>
              </a:spcAft>
              <a:buNone/>
            </a:pPr>
            <a:r>
              <a:rPr lang="en-US" sz="1200">
                <a:solidFill>
                  <a:schemeClr val="lt1"/>
                </a:solidFill>
                <a:latin typeface="Arial"/>
                <a:ea typeface="Arial"/>
                <a:cs typeface="Arial"/>
                <a:sym typeface="Arial"/>
              </a:rPr>
              <a:t>​</a:t>
            </a:r>
            <a:endParaRPr sz="1200">
              <a:solidFill>
                <a:schemeClr val="lt1"/>
              </a:solidFill>
              <a:latin typeface="Arial"/>
              <a:ea typeface="Arial"/>
              <a:cs typeface="Arial"/>
              <a:sym typeface="Arial"/>
            </a:endParaRPr>
          </a:p>
        </p:txBody>
      </p:sp>
    </p:spTree>
  </p:cSld>
  <p:clrMapOvr>
    <a:masterClrMapping/>
  </p:clrMapOvr>
</p:sld>
</file>

<file path=ppt/slides/slide9.xml><?xml version="1.0" encoding="utf-8"?>
<p:sld xmlns:a="http://schemas.openxmlformats.org/drawingml/2006/main" xmlns:r="http://schemas.openxmlformats.org/officeDocument/2006/relationships" xmlns:p="http://schemas.openxmlformats.org/presentationml/2006/main">
  <p:cSld>
    <p:spTree>
      <p:nvGrpSpPr>
        <p:cNvPr id="1" name="Shape 188"/>
        <p:cNvGrpSpPr/>
        <p:nvPr/>
      </p:nvGrpSpPr>
      <p:grpSpPr>
        <a:xfrm>
          <a:off x="0" y="0"/>
          <a:ext cx="0" cy="0"/>
          <a:chOff x="0" y="0"/>
          <a:chExt cx="0" cy="0"/>
        </a:xfrm>
      </p:grpSpPr>
      <p:sp>
        <p:nvSpPr>
          <p:cNvPr id="189" name="Google Shape;189;p9"/>
          <p:cNvSpPr txBox="1">
            <a:spLocks noGrp="1"/>
          </p:cNvSpPr>
          <p:nvPr>
            <p:ph type="title"/>
          </p:nvPr>
        </p:nvSpPr>
        <p:spPr>
          <a:xfrm>
            <a:off x="3887498" y="549275"/>
            <a:ext cx="7754964" cy="1332000"/>
          </a:xfrm>
          <a:prstGeom prst="rect">
            <a:avLst/>
          </a:prstGeom>
          <a:noFill/>
          <a:ln>
            <a:noFill/>
          </a:ln>
        </p:spPr>
        <p:txBody>
          <a:bodyPr spcFirstLastPara="1" wrap="square" lIns="0" tIns="0" rIns="0" bIns="0" anchor="t" anchorCtr="0">
            <a:normAutofit fontScale="90000"/>
          </a:bodyPr>
          <a:lstStyle/>
          <a:p>
            <a:pPr marL="0" lvl="0" indent="0" algn="ctr" rtl="0">
              <a:lnSpc>
                <a:spcPct val="100000"/>
              </a:lnSpc>
              <a:spcBef>
                <a:spcPts val="0"/>
              </a:spcBef>
              <a:spcAft>
                <a:spcPts val="0"/>
              </a:spcAft>
              <a:buClr>
                <a:schemeClr val="lt1"/>
              </a:buClr>
              <a:buSzPct val="100000"/>
              <a:buFont typeface="Arial"/>
              <a:buNone/>
            </a:pPr>
            <a:r>
              <a:rPr lang="en-US"/>
              <a:t>Variables                                     </a:t>
            </a:r>
            <a:endParaRPr/>
          </a:p>
        </p:txBody>
      </p:sp>
      <p:sp>
        <p:nvSpPr>
          <p:cNvPr id="190" name="Google Shape;190;p9"/>
          <p:cNvSpPr txBox="1">
            <a:spLocks noGrp="1"/>
          </p:cNvSpPr>
          <p:nvPr>
            <p:ph type="body" idx="1"/>
          </p:nvPr>
        </p:nvSpPr>
        <p:spPr>
          <a:xfrm>
            <a:off x="550863" y="1212654"/>
            <a:ext cx="11090274" cy="5411260"/>
          </a:xfrm>
          <a:prstGeom prst="rect">
            <a:avLst/>
          </a:prstGeom>
          <a:noFill/>
          <a:ln>
            <a:noFill/>
          </a:ln>
        </p:spPr>
        <p:txBody>
          <a:bodyPr spcFirstLastPara="1" wrap="square" lIns="0" tIns="0" rIns="0" bIns="0" anchor="t" anchorCtr="0">
            <a:noAutofit/>
          </a:bodyPr>
          <a:lstStyle/>
          <a:p>
            <a:pPr marL="228600" lvl="0" indent="-114300" algn="l" rtl="0">
              <a:lnSpc>
                <a:spcPct val="110000"/>
              </a:lnSpc>
              <a:spcBef>
                <a:spcPts val="0"/>
              </a:spcBef>
              <a:spcAft>
                <a:spcPts val="0"/>
              </a:spcAft>
              <a:buClr>
                <a:schemeClr val="lt1"/>
              </a:buClr>
              <a:buSzPts val="1800"/>
              <a:buNone/>
            </a:pPr>
            <a:endParaRPr sz="1800">
              <a:solidFill>
                <a:srgbClr val="FFFFFF"/>
              </a:solidFill>
            </a:endParaRPr>
          </a:p>
          <a:p>
            <a:pPr marL="228600" lvl="0" indent="-114300" algn="l" rtl="0">
              <a:lnSpc>
                <a:spcPct val="110000"/>
              </a:lnSpc>
              <a:spcBef>
                <a:spcPts val="1800"/>
              </a:spcBef>
              <a:spcAft>
                <a:spcPts val="0"/>
              </a:spcAft>
              <a:buClr>
                <a:schemeClr val="lt1"/>
              </a:buClr>
              <a:buSzPts val="1800"/>
              <a:buNone/>
            </a:pPr>
            <a:endParaRPr sz="1800">
              <a:solidFill>
                <a:srgbClr val="FFFFFF"/>
              </a:solidFill>
            </a:endParaRPr>
          </a:p>
        </p:txBody>
      </p:sp>
      <p:sp>
        <p:nvSpPr>
          <p:cNvPr id="191" name="Google Shape;191;p9"/>
          <p:cNvSpPr txBox="1"/>
          <p:nvPr/>
        </p:nvSpPr>
        <p:spPr>
          <a:xfrm>
            <a:off x="738908" y="1824181"/>
            <a:ext cx="7204363" cy="3077766"/>
          </a:xfrm>
          <a:prstGeom prst="rect">
            <a:avLst/>
          </a:prstGeom>
          <a:noFill/>
          <a:ln>
            <a:noFill/>
          </a:ln>
        </p:spPr>
        <p:txBody>
          <a:bodyPr spcFirstLastPara="1" wrap="square" lIns="91425" tIns="45700" rIns="91425" bIns="45700" anchor="t" anchorCtr="0">
            <a:spAutoFit/>
          </a:bodyPr>
          <a:lstStyle/>
          <a:p>
            <a:pPr marL="0" marR="0" lvl="0" indent="0" algn="l" rtl="0">
              <a:spcBef>
                <a:spcPts val="0"/>
              </a:spcBef>
              <a:spcAft>
                <a:spcPts val="0"/>
              </a:spcAft>
              <a:buNone/>
            </a:pPr>
            <a:r>
              <a:rPr lang="en-US" sz="3000">
                <a:solidFill>
                  <a:schemeClr val="lt1"/>
                </a:solidFill>
                <a:latin typeface="Arial"/>
                <a:ea typeface="Arial"/>
                <a:cs typeface="Arial"/>
                <a:sym typeface="Arial"/>
              </a:rPr>
              <a:t>variables are used to store values of different types</a:t>
            </a:r>
            <a:endParaRPr/>
          </a:p>
          <a:p>
            <a:pPr marL="0" marR="0" lvl="0" indent="0" algn="l" rtl="0">
              <a:spcBef>
                <a:spcPts val="0"/>
              </a:spcBef>
              <a:spcAft>
                <a:spcPts val="0"/>
              </a:spcAft>
              <a:buNone/>
            </a:pPr>
            <a:endParaRPr sz="3000">
              <a:solidFill>
                <a:schemeClr val="lt1"/>
              </a:solidFill>
              <a:latin typeface="Arial"/>
              <a:ea typeface="Arial"/>
              <a:cs typeface="Arial"/>
              <a:sym typeface="Arial"/>
            </a:endParaRPr>
          </a:p>
          <a:p>
            <a:pPr marL="0" marR="0" lvl="0" indent="0" algn="l" rtl="0">
              <a:spcBef>
                <a:spcPts val="0"/>
              </a:spcBef>
              <a:spcAft>
                <a:spcPts val="0"/>
              </a:spcAft>
              <a:buNone/>
            </a:pPr>
            <a:endParaRPr sz="3000">
              <a:solidFill>
                <a:schemeClr val="lt1"/>
              </a:solidFill>
              <a:latin typeface="Arial"/>
              <a:ea typeface="Arial"/>
              <a:cs typeface="Arial"/>
              <a:sym typeface="Arial"/>
            </a:endParaRPr>
          </a:p>
          <a:p>
            <a:pPr marL="0" marR="0" lvl="0" indent="0" algn="l" rtl="0">
              <a:spcBef>
                <a:spcPts val="0"/>
              </a:spcBef>
              <a:spcAft>
                <a:spcPts val="0"/>
              </a:spcAft>
              <a:buNone/>
            </a:pPr>
            <a:endParaRPr sz="3000">
              <a:solidFill>
                <a:schemeClr val="lt1"/>
              </a:solidFill>
              <a:latin typeface="Arial"/>
              <a:ea typeface="Arial"/>
              <a:cs typeface="Arial"/>
              <a:sym typeface="Arial"/>
            </a:endParaRPr>
          </a:p>
          <a:p>
            <a:pPr marL="0" marR="0" lvl="0" indent="0" algn="l" rtl="0">
              <a:spcBef>
                <a:spcPts val="0"/>
              </a:spcBef>
              <a:spcAft>
                <a:spcPts val="0"/>
              </a:spcAft>
              <a:buNone/>
            </a:pPr>
            <a:r>
              <a:rPr lang="en-US" sz="3000">
                <a:solidFill>
                  <a:schemeClr val="lt1"/>
                </a:solidFill>
                <a:latin typeface="Arial"/>
                <a:ea typeface="Arial"/>
                <a:cs typeface="Arial"/>
                <a:sym typeface="Arial"/>
              </a:rPr>
              <a:t>Data type / variable = value;</a:t>
            </a:r>
            <a:endParaRPr/>
          </a:p>
          <a:p>
            <a:pPr marL="0" marR="0" lvl="0" indent="0" algn="l" rtl="0">
              <a:spcBef>
                <a:spcPts val="0"/>
              </a:spcBef>
              <a:spcAft>
                <a:spcPts val="0"/>
              </a:spcAft>
              <a:buNone/>
            </a:pPr>
            <a:endParaRPr sz="1400">
              <a:solidFill>
                <a:schemeClr val="lt1"/>
              </a:solidFill>
              <a:latin typeface="Arial"/>
              <a:ea typeface="Arial"/>
              <a:cs typeface="Arial"/>
              <a:sym typeface="Arial"/>
            </a:endParaRPr>
          </a:p>
        </p:txBody>
      </p:sp>
    </p:spTree>
  </p:cSld>
  <p:clrMapOvr>
    <a:masterClrMapping/>
  </p:clrMapOvr>
</p:sld>
</file>

<file path=ppt/slides/slide10.xml><?xml version="1.0" encoding="utf-8"?>
<p:sld xmlns:a="http://schemas.openxmlformats.org/drawingml/2006/main" xmlns:r="http://schemas.openxmlformats.org/officeDocument/2006/relationships" xmlns:p="http://schemas.openxmlformats.org/presentationml/2006/main">
  <p:cSld>
    <p:spTree>
      <p:nvGrpSpPr>
        <p:cNvPr id="1" name="Shape 195"/>
        <p:cNvGrpSpPr/>
        <p:nvPr/>
      </p:nvGrpSpPr>
      <p:grpSpPr>
        <a:xfrm>
          <a:off x="0" y="0"/>
          <a:ext cx="0" cy="0"/>
          <a:chOff x="0" y="0"/>
          <a:chExt cx="0" cy="0"/>
        </a:xfrm>
      </p:grpSpPr>
      <p:sp>
        <p:nvSpPr>
          <p:cNvPr id="196" name="Google Shape;196;p10"/>
          <p:cNvSpPr txBox="1">
            <a:spLocks noGrp="1"/>
          </p:cNvSpPr>
          <p:nvPr>
            <p:ph type="title"/>
          </p:nvPr>
        </p:nvSpPr>
        <p:spPr>
          <a:xfrm>
            <a:off x="550862" y="549275"/>
            <a:ext cx="11091600" cy="1332000"/>
          </a:xfrm>
          <a:prstGeom prst="rect">
            <a:avLst/>
          </a:prstGeom>
          <a:noFill/>
          <a:ln>
            <a:noFill/>
          </a:ln>
        </p:spPr>
        <p:txBody>
          <a:bodyPr spcFirstLastPara="1" wrap="square" lIns="0" tIns="0" rIns="0" bIns="0" anchor="t" anchorCtr="0">
            <a:normAutofit/>
          </a:bodyPr>
          <a:lstStyle/>
          <a:p>
            <a:pPr marL="0" lvl="0" indent="0" algn="ctr" rtl="0">
              <a:lnSpc>
                <a:spcPct val="100000"/>
              </a:lnSpc>
              <a:spcBef>
                <a:spcPts val="0"/>
              </a:spcBef>
              <a:spcAft>
                <a:spcPts val="0"/>
              </a:spcAft>
              <a:buClr>
                <a:schemeClr val="lt1"/>
              </a:buClr>
              <a:buSzPts val="4800"/>
              <a:buFont typeface="Arial"/>
              <a:buNone/>
            </a:pPr>
            <a:r>
              <a:rPr lang="en-US"/>
              <a:t>Types of Data</a:t>
            </a:r>
            <a:endParaRPr/>
          </a:p>
        </p:txBody>
      </p:sp>
      <p:sp>
        <p:nvSpPr>
          <p:cNvPr id="197" name="Google Shape;197;p10"/>
          <p:cNvSpPr txBox="1">
            <a:spLocks noGrp="1"/>
          </p:cNvSpPr>
          <p:nvPr>
            <p:ph type="body" idx="1"/>
          </p:nvPr>
        </p:nvSpPr>
        <p:spPr>
          <a:xfrm>
            <a:off x="666318" y="1882291"/>
            <a:ext cx="11090274" cy="4683897"/>
          </a:xfrm>
          <a:prstGeom prst="rect">
            <a:avLst/>
          </a:prstGeom>
          <a:noFill/>
          <a:ln>
            <a:noFill/>
          </a:ln>
        </p:spPr>
        <p:txBody>
          <a:bodyPr spcFirstLastPara="1" wrap="square" lIns="0" tIns="0" rIns="0" bIns="0" anchor="t" anchorCtr="0">
            <a:normAutofit/>
          </a:bodyPr>
          <a:lstStyle/>
          <a:p>
            <a:pPr marL="0" lvl="0" indent="0" algn="l" rtl="0">
              <a:lnSpc>
                <a:spcPct val="110000"/>
              </a:lnSpc>
              <a:spcBef>
                <a:spcPts val="0"/>
              </a:spcBef>
              <a:spcAft>
                <a:spcPts val="0"/>
              </a:spcAft>
              <a:buClr>
                <a:schemeClr val="lt1"/>
              </a:buClr>
              <a:buSzPts val="2400"/>
              <a:buNone/>
            </a:pPr>
            <a:r>
              <a:rPr lang="en-US" sz="2400">
                <a:solidFill>
                  <a:schemeClr val="lt1"/>
                </a:solidFill>
              </a:rPr>
              <a:t>1- Primitive Data type: with single</a:t>
            </a:r>
            <a:endParaRPr/>
          </a:p>
          <a:p>
            <a:pPr marL="228600" lvl="0" indent="-228600" algn="l" rtl="0">
              <a:lnSpc>
                <a:spcPct val="110000"/>
              </a:lnSpc>
              <a:spcBef>
                <a:spcPts val="1800"/>
              </a:spcBef>
              <a:spcAft>
                <a:spcPts val="0"/>
              </a:spcAft>
              <a:buClr>
                <a:schemeClr val="lt1"/>
              </a:buClr>
              <a:buSzPts val="1800"/>
              <a:buChar char="•"/>
            </a:pPr>
            <a:r>
              <a:rPr lang="en-US" sz="1800">
                <a:solidFill>
                  <a:schemeClr val="lt1"/>
                </a:solidFill>
              </a:rPr>
              <a:t>Int  - Double- bool – String – Dynamic – var</a:t>
            </a:r>
            <a:endParaRPr/>
          </a:p>
          <a:p>
            <a:pPr marL="0" lvl="0" indent="0" algn="l" rtl="0">
              <a:lnSpc>
                <a:spcPct val="110000"/>
              </a:lnSpc>
              <a:spcBef>
                <a:spcPts val="1800"/>
              </a:spcBef>
              <a:spcAft>
                <a:spcPts val="0"/>
              </a:spcAft>
              <a:buClr>
                <a:schemeClr val="lt1"/>
              </a:buClr>
              <a:buSzPts val="2400"/>
              <a:buNone/>
            </a:pPr>
            <a:endParaRPr sz="2400">
              <a:solidFill>
                <a:schemeClr val="lt1"/>
              </a:solidFill>
            </a:endParaRPr>
          </a:p>
          <a:p>
            <a:pPr marL="0" lvl="0" indent="0" algn="l" rtl="0">
              <a:lnSpc>
                <a:spcPct val="110000"/>
              </a:lnSpc>
              <a:spcBef>
                <a:spcPts val="1800"/>
              </a:spcBef>
              <a:spcAft>
                <a:spcPts val="0"/>
              </a:spcAft>
              <a:buClr>
                <a:schemeClr val="lt1"/>
              </a:buClr>
              <a:buSzPts val="2400"/>
              <a:buNone/>
            </a:pPr>
            <a:r>
              <a:rPr lang="en-US" sz="2400">
                <a:solidFill>
                  <a:schemeClr val="lt1"/>
                </a:solidFill>
              </a:rPr>
              <a:t>2-  Collection Data type:  with multiple values</a:t>
            </a:r>
            <a:endParaRPr/>
          </a:p>
          <a:p>
            <a:pPr marL="228600" lvl="0" indent="-228600" algn="l" rtl="0">
              <a:lnSpc>
                <a:spcPct val="110000"/>
              </a:lnSpc>
              <a:spcBef>
                <a:spcPts val="1800"/>
              </a:spcBef>
              <a:spcAft>
                <a:spcPts val="0"/>
              </a:spcAft>
              <a:buClr>
                <a:schemeClr val="lt1"/>
              </a:buClr>
              <a:buSzPts val="1800"/>
              <a:buChar char="•"/>
            </a:pPr>
            <a:r>
              <a:rPr lang="en-US" sz="1800">
                <a:solidFill>
                  <a:schemeClr val="lt1"/>
                </a:solidFill>
              </a:rPr>
              <a:t>List – Set - Maps</a:t>
            </a:r>
            <a:endParaRPr/>
          </a:p>
        </p:txBody>
      </p:sp>
    </p:spTree>
  </p:cSld>
  <p:clrMapOvr>
    <a:masterClrMapping/>
  </p:clrMapOvr>
</p:sld>
</file>

<file path=ppt/slides/slide11.xml><?xml version="1.0" encoding="utf-8"?>
<p:sld xmlns:a="http://schemas.openxmlformats.org/drawingml/2006/main" xmlns:r="http://schemas.openxmlformats.org/officeDocument/2006/relationships" xmlns:p="http://schemas.openxmlformats.org/presentationml/2006/main">
  <p:cSld>
    <p:spTree>
      <p:nvGrpSpPr>
        <p:cNvPr id="1" name="Shape 201"/>
        <p:cNvGrpSpPr/>
        <p:nvPr/>
      </p:nvGrpSpPr>
      <p:grpSpPr>
        <a:xfrm>
          <a:off x="0" y="0"/>
          <a:ext cx="0" cy="0"/>
          <a:chOff x="0" y="0"/>
          <a:chExt cx="0" cy="0"/>
        </a:xfrm>
      </p:grpSpPr>
      <p:sp>
        <p:nvSpPr>
          <p:cNvPr id="202" name="Google Shape;202;p11"/>
          <p:cNvSpPr txBox="1">
            <a:spLocks noGrp="1"/>
          </p:cNvSpPr>
          <p:nvPr>
            <p:ph type="title"/>
          </p:nvPr>
        </p:nvSpPr>
        <p:spPr>
          <a:xfrm>
            <a:off x="550862" y="549275"/>
            <a:ext cx="11091600" cy="1332000"/>
          </a:xfrm>
          <a:prstGeom prst="rect">
            <a:avLst/>
          </a:prstGeom>
          <a:noFill/>
          <a:ln>
            <a:noFill/>
          </a:ln>
        </p:spPr>
        <p:txBody>
          <a:bodyPr spcFirstLastPara="1" wrap="square" lIns="0" tIns="0" rIns="0" bIns="0" anchor="t" anchorCtr="0">
            <a:normAutofit/>
          </a:bodyPr>
          <a:lstStyle/>
          <a:p>
            <a:pPr marL="0" lvl="0" indent="0" algn="ctr" rtl="0">
              <a:lnSpc>
                <a:spcPct val="100000"/>
              </a:lnSpc>
              <a:spcBef>
                <a:spcPts val="0"/>
              </a:spcBef>
              <a:spcAft>
                <a:spcPts val="0"/>
              </a:spcAft>
              <a:buClr>
                <a:schemeClr val="lt1"/>
              </a:buClr>
              <a:buSzPts val="4800"/>
              <a:buFont typeface="Arial"/>
              <a:buNone/>
            </a:pPr>
            <a:r>
              <a:rPr lang="en-US"/>
              <a:t> Primitive Data Types</a:t>
            </a:r>
            <a:endParaRPr/>
          </a:p>
        </p:txBody>
      </p:sp>
      <p:sp>
        <p:nvSpPr>
          <p:cNvPr id="203" name="Google Shape;203;p11"/>
          <p:cNvSpPr txBox="1">
            <a:spLocks noGrp="1"/>
          </p:cNvSpPr>
          <p:nvPr>
            <p:ph type="body" idx="1"/>
          </p:nvPr>
        </p:nvSpPr>
        <p:spPr>
          <a:xfrm>
            <a:off x="550863" y="1616745"/>
            <a:ext cx="11090274" cy="4383715"/>
          </a:xfrm>
          <a:prstGeom prst="rect">
            <a:avLst/>
          </a:prstGeom>
          <a:noFill/>
          <a:ln>
            <a:noFill/>
          </a:ln>
        </p:spPr>
        <p:txBody>
          <a:bodyPr spcFirstLastPara="1" wrap="square" lIns="0" tIns="0" rIns="0" bIns="0" anchor="t" anchorCtr="0">
            <a:normAutofit fontScale="85000" lnSpcReduction="20000"/>
          </a:bodyPr>
          <a:lstStyle/>
          <a:p>
            <a:pPr marL="228600" lvl="0" indent="-228600" algn="l" rtl="0">
              <a:lnSpc>
                <a:spcPct val="110000"/>
              </a:lnSpc>
              <a:spcBef>
                <a:spcPts val="0"/>
              </a:spcBef>
              <a:spcAft>
                <a:spcPts val="0"/>
              </a:spcAft>
              <a:buClr>
                <a:schemeClr val="lt1"/>
              </a:buClr>
              <a:buSzPct val="100000"/>
              <a:buChar char="•"/>
            </a:pPr>
            <a:r>
              <a:rPr lang="en-US" sz="2800">
                <a:solidFill>
                  <a:schemeClr val="lt1"/>
                </a:solidFill>
                <a:latin typeface="Arial"/>
                <a:ea typeface="Arial"/>
                <a:cs typeface="Arial"/>
                <a:sym typeface="Arial"/>
              </a:rPr>
              <a:t>int:</a:t>
            </a:r>
            <a:r>
              <a:rPr lang="en-US" sz="1800">
                <a:solidFill>
                  <a:schemeClr val="lt1"/>
                </a:solidFill>
                <a:latin typeface="Arial"/>
                <a:ea typeface="Arial"/>
                <a:cs typeface="Arial"/>
                <a:sym typeface="Arial"/>
              </a:rPr>
              <a:t> Used to store integer values (whole numbers without decimal points).</a:t>
            </a:r>
            <a:br>
              <a:rPr lang="en-US" sz="1800">
                <a:solidFill>
                  <a:schemeClr val="lt1"/>
                </a:solidFill>
                <a:latin typeface="Arial"/>
                <a:ea typeface="Arial"/>
                <a:cs typeface="Arial"/>
                <a:sym typeface="Arial"/>
              </a:rPr>
            </a:br>
            <a:r>
              <a:rPr lang="en-US" sz="1800">
                <a:solidFill>
                  <a:schemeClr val="lt1"/>
                </a:solidFill>
                <a:latin typeface="Arial"/>
                <a:ea typeface="Arial"/>
                <a:cs typeface="Arial"/>
                <a:sym typeface="Arial"/>
              </a:rPr>
              <a:t>Example: int age = 25;</a:t>
            </a:r>
            <a:endParaRPr/>
          </a:p>
          <a:p>
            <a:pPr marL="228600" lvl="0" indent="-228600" algn="l" rtl="0">
              <a:lnSpc>
                <a:spcPct val="110000"/>
              </a:lnSpc>
              <a:spcBef>
                <a:spcPts val="1800"/>
              </a:spcBef>
              <a:spcAft>
                <a:spcPts val="0"/>
              </a:spcAft>
              <a:buClr>
                <a:schemeClr val="lt1"/>
              </a:buClr>
              <a:buSzPct val="100000"/>
              <a:buChar char="•"/>
            </a:pPr>
            <a:r>
              <a:rPr lang="en-US" sz="2800">
                <a:solidFill>
                  <a:schemeClr val="lt1"/>
                </a:solidFill>
                <a:latin typeface="Arial"/>
                <a:ea typeface="Arial"/>
                <a:cs typeface="Arial"/>
                <a:sym typeface="Arial"/>
              </a:rPr>
              <a:t>double</a:t>
            </a:r>
            <a:r>
              <a:rPr lang="en-US" sz="1800">
                <a:solidFill>
                  <a:schemeClr val="lt1"/>
                </a:solidFill>
                <a:latin typeface="Arial"/>
                <a:ea typeface="Arial"/>
                <a:cs typeface="Arial"/>
                <a:sym typeface="Arial"/>
              </a:rPr>
              <a:t>: Used to store floating-point values (numbers with decimal points).</a:t>
            </a:r>
            <a:br>
              <a:rPr lang="en-US" sz="1800">
                <a:solidFill>
                  <a:schemeClr val="lt1"/>
                </a:solidFill>
                <a:latin typeface="Arial"/>
                <a:ea typeface="Arial"/>
                <a:cs typeface="Arial"/>
                <a:sym typeface="Arial"/>
              </a:rPr>
            </a:br>
            <a:r>
              <a:rPr lang="en-US" sz="1800">
                <a:solidFill>
                  <a:schemeClr val="lt1"/>
                </a:solidFill>
                <a:latin typeface="Arial"/>
                <a:ea typeface="Arial"/>
                <a:cs typeface="Arial"/>
                <a:sym typeface="Arial"/>
              </a:rPr>
              <a:t>Example: double pi = 3.14;</a:t>
            </a:r>
            <a:endParaRPr/>
          </a:p>
          <a:p>
            <a:pPr marL="228600" lvl="0" indent="-228600" algn="l" rtl="0">
              <a:lnSpc>
                <a:spcPct val="110000"/>
              </a:lnSpc>
              <a:spcBef>
                <a:spcPts val="1800"/>
              </a:spcBef>
              <a:spcAft>
                <a:spcPts val="0"/>
              </a:spcAft>
              <a:buClr>
                <a:schemeClr val="lt1"/>
              </a:buClr>
              <a:buSzPct val="100000"/>
              <a:buChar char="•"/>
            </a:pPr>
            <a:r>
              <a:rPr lang="en-US" sz="2800">
                <a:solidFill>
                  <a:schemeClr val="lt1"/>
                </a:solidFill>
                <a:latin typeface="Arial"/>
                <a:ea typeface="Arial"/>
                <a:cs typeface="Arial"/>
                <a:sym typeface="Arial"/>
              </a:rPr>
              <a:t>bool:</a:t>
            </a:r>
            <a:r>
              <a:rPr lang="en-US" sz="1800">
                <a:solidFill>
                  <a:schemeClr val="lt1"/>
                </a:solidFill>
                <a:latin typeface="Arial"/>
                <a:ea typeface="Arial"/>
                <a:cs typeface="Arial"/>
                <a:sym typeface="Arial"/>
              </a:rPr>
              <a:t> Used to store boolean values (true or false).</a:t>
            </a:r>
            <a:br>
              <a:rPr lang="en-US" sz="1800">
                <a:solidFill>
                  <a:schemeClr val="lt1"/>
                </a:solidFill>
                <a:latin typeface="Arial"/>
                <a:ea typeface="Arial"/>
                <a:cs typeface="Arial"/>
                <a:sym typeface="Arial"/>
              </a:rPr>
            </a:br>
            <a:r>
              <a:rPr lang="en-US" sz="1800">
                <a:solidFill>
                  <a:schemeClr val="lt1"/>
                </a:solidFill>
                <a:latin typeface="Arial"/>
                <a:ea typeface="Arial"/>
                <a:cs typeface="Arial"/>
                <a:sym typeface="Arial"/>
              </a:rPr>
              <a:t>Example: bool isRaining = true;</a:t>
            </a:r>
            <a:endParaRPr/>
          </a:p>
          <a:p>
            <a:pPr marL="228600" lvl="0" indent="-228600" algn="l" rtl="0">
              <a:lnSpc>
                <a:spcPct val="110000"/>
              </a:lnSpc>
              <a:spcBef>
                <a:spcPts val="1800"/>
              </a:spcBef>
              <a:spcAft>
                <a:spcPts val="0"/>
              </a:spcAft>
              <a:buClr>
                <a:schemeClr val="lt1"/>
              </a:buClr>
              <a:buSzPct val="100000"/>
              <a:buChar char="•"/>
            </a:pPr>
            <a:r>
              <a:rPr lang="en-US" sz="2800">
                <a:solidFill>
                  <a:schemeClr val="lt1"/>
                </a:solidFill>
                <a:latin typeface="Arial"/>
                <a:ea typeface="Arial"/>
                <a:cs typeface="Arial"/>
                <a:sym typeface="Arial"/>
              </a:rPr>
              <a:t>String</a:t>
            </a:r>
            <a:r>
              <a:rPr lang="en-US" sz="1800">
                <a:solidFill>
                  <a:schemeClr val="lt1"/>
                </a:solidFill>
                <a:latin typeface="Arial"/>
                <a:ea typeface="Arial"/>
                <a:cs typeface="Arial"/>
                <a:sym typeface="Arial"/>
              </a:rPr>
              <a:t>: Used to store sequences of characters or text.</a:t>
            </a:r>
            <a:br>
              <a:rPr lang="en-US" sz="1800">
                <a:solidFill>
                  <a:schemeClr val="lt1"/>
                </a:solidFill>
                <a:latin typeface="Arial"/>
                <a:ea typeface="Arial"/>
                <a:cs typeface="Arial"/>
                <a:sym typeface="Arial"/>
              </a:rPr>
            </a:br>
            <a:r>
              <a:rPr lang="en-US" sz="1800">
                <a:solidFill>
                  <a:schemeClr val="lt1"/>
                </a:solidFill>
                <a:latin typeface="Arial"/>
                <a:ea typeface="Arial"/>
                <a:cs typeface="Arial"/>
                <a:sym typeface="Arial"/>
              </a:rPr>
              <a:t>Example: String name = "John Doe";</a:t>
            </a:r>
            <a:endParaRPr/>
          </a:p>
          <a:p>
            <a:pPr marL="228600" lvl="0" indent="-228600" algn="l" rtl="0">
              <a:lnSpc>
                <a:spcPct val="110000"/>
              </a:lnSpc>
              <a:spcBef>
                <a:spcPts val="1800"/>
              </a:spcBef>
              <a:spcAft>
                <a:spcPts val="0"/>
              </a:spcAft>
              <a:buClr>
                <a:schemeClr val="lt1"/>
              </a:buClr>
              <a:buSzPct val="100000"/>
              <a:buChar char="•"/>
            </a:pPr>
            <a:r>
              <a:rPr lang="en-US" sz="2800">
                <a:solidFill>
                  <a:schemeClr val="lt1"/>
                </a:solidFill>
                <a:latin typeface="Arial"/>
                <a:ea typeface="Arial"/>
                <a:cs typeface="Arial"/>
                <a:sym typeface="Arial"/>
              </a:rPr>
              <a:t>dynamic</a:t>
            </a:r>
            <a:r>
              <a:rPr lang="en-US" sz="1800">
                <a:solidFill>
                  <a:schemeClr val="lt1"/>
                </a:solidFill>
                <a:latin typeface="Arial"/>
                <a:ea typeface="Arial"/>
                <a:cs typeface="Arial"/>
                <a:sym typeface="Arial"/>
              </a:rPr>
              <a:t>: Used to store values of any type. The type can be changed during runtime.</a:t>
            </a:r>
            <a:br>
              <a:rPr lang="en-US" sz="1800">
                <a:solidFill>
                  <a:schemeClr val="lt1"/>
                </a:solidFill>
                <a:latin typeface="Arial"/>
                <a:ea typeface="Arial"/>
                <a:cs typeface="Arial"/>
                <a:sym typeface="Arial"/>
              </a:rPr>
            </a:br>
            <a:r>
              <a:rPr lang="en-US" sz="1800">
                <a:solidFill>
                  <a:schemeClr val="lt1"/>
                </a:solidFill>
                <a:latin typeface="Arial"/>
                <a:ea typeface="Arial"/>
                <a:cs typeface="Arial"/>
                <a:sym typeface="Arial"/>
              </a:rPr>
              <a:t>Example: dynamic variable = 10;</a:t>
            </a:r>
            <a:endParaRPr/>
          </a:p>
          <a:p>
            <a:pPr marL="228600" lvl="0" indent="-228600" algn="l" rtl="0">
              <a:lnSpc>
                <a:spcPct val="110000"/>
              </a:lnSpc>
              <a:spcBef>
                <a:spcPts val="1800"/>
              </a:spcBef>
              <a:spcAft>
                <a:spcPts val="0"/>
              </a:spcAft>
              <a:buClr>
                <a:schemeClr val="lt1"/>
              </a:buClr>
              <a:buSzPct val="100000"/>
              <a:buChar char="•"/>
            </a:pPr>
            <a:r>
              <a:rPr lang="en-US" sz="2800">
                <a:solidFill>
                  <a:schemeClr val="lt1"/>
                </a:solidFill>
                <a:latin typeface="Arial"/>
                <a:ea typeface="Arial"/>
                <a:cs typeface="Arial"/>
                <a:sym typeface="Arial"/>
              </a:rPr>
              <a:t>var</a:t>
            </a:r>
            <a:r>
              <a:rPr lang="en-US" sz="1800">
                <a:solidFill>
                  <a:schemeClr val="lt1"/>
                </a:solidFill>
                <a:latin typeface="Arial"/>
                <a:ea typeface="Arial"/>
                <a:cs typeface="Arial"/>
                <a:sym typeface="Arial"/>
              </a:rPr>
              <a:t>: Used to declare a variable without specifying its type explicitly. The type is inferred from the assigned value.</a:t>
            </a:r>
            <a:br>
              <a:rPr lang="en-US" sz="1800">
                <a:solidFill>
                  <a:schemeClr val="lt1"/>
                </a:solidFill>
                <a:latin typeface="Arial"/>
                <a:ea typeface="Arial"/>
                <a:cs typeface="Arial"/>
                <a:sym typeface="Arial"/>
              </a:rPr>
            </a:br>
            <a:r>
              <a:rPr lang="en-US" sz="1800">
                <a:solidFill>
                  <a:schemeClr val="lt1"/>
                </a:solidFill>
                <a:latin typeface="Arial"/>
                <a:ea typeface="Arial"/>
                <a:cs typeface="Arial"/>
                <a:sym typeface="Arial"/>
              </a:rPr>
              <a:t>Example: var count = 5;</a:t>
            </a:r>
            <a:endParaRPr>
              <a:solidFill>
                <a:schemeClr val="lt1"/>
              </a:solidFill>
            </a:endParaRPr>
          </a:p>
        </p:txBody>
      </p:sp>
    </p:spTree>
  </p:cSld>
  <p:clrMapOvr>
    <a:masterClrMapping/>
  </p:clrMapOvr>
</p:sld>
</file>

<file path=ppt/slides/slide12.xml><?xml version="1.0" encoding="utf-8"?>
<p:sld xmlns:a="http://schemas.openxmlformats.org/drawingml/2006/main" xmlns:r="http://schemas.openxmlformats.org/officeDocument/2006/relationships" xmlns:p="http://schemas.openxmlformats.org/presentationml/2006/main">
  <p:cSld>
    <p:spTree>
      <p:nvGrpSpPr>
        <p:cNvPr id="1" name="Shape 207"/>
        <p:cNvGrpSpPr/>
        <p:nvPr/>
      </p:nvGrpSpPr>
      <p:grpSpPr>
        <a:xfrm>
          <a:off x="0" y="0"/>
          <a:ext cx="0" cy="0"/>
          <a:chOff x="0" y="0"/>
          <a:chExt cx="0" cy="0"/>
        </a:xfrm>
      </p:grpSpPr>
      <p:sp>
        <p:nvSpPr>
          <p:cNvPr id="208" name="Google Shape;208;p12"/>
          <p:cNvSpPr txBox="1">
            <a:spLocks noGrp="1"/>
          </p:cNvSpPr>
          <p:nvPr>
            <p:ph type="title"/>
          </p:nvPr>
        </p:nvSpPr>
        <p:spPr>
          <a:xfrm>
            <a:off x="550862" y="179820"/>
            <a:ext cx="11091600" cy="731637"/>
          </a:xfrm>
          <a:prstGeom prst="rect">
            <a:avLst/>
          </a:prstGeom>
          <a:noFill/>
          <a:ln>
            <a:noFill/>
          </a:ln>
        </p:spPr>
        <p:txBody>
          <a:bodyPr spcFirstLastPara="1" wrap="square" lIns="0" tIns="0" rIns="0" bIns="0" anchor="t" anchorCtr="0">
            <a:normAutofit/>
          </a:bodyPr>
          <a:lstStyle/>
          <a:p>
            <a:pPr marL="0" lvl="0" indent="0" algn="ctr" rtl="0">
              <a:lnSpc>
                <a:spcPct val="100000"/>
              </a:lnSpc>
              <a:spcBef>
                <a:spcPts val="0"/>
              </a:spcBef>
              <a:spcAft>
                <a:spcPts val="0"/>
              </a:spcAft>
              <a:buClr>
                <a:schemeClr val="lt1"/>
              </a:buClr>
              <a:buSzPts val="4800"/>
              <a:buFont typeface="Arial"/>
              <a:buNone/>
            </a:pPr>
            <a:r>
              <a:rPr lang="en-US"/>
              <a:t>Arithmetic operators</a:t>
            </a:r>
            <a:endParaRPr/>
          </a:p>
          <a:p>
            <a:pPr marL="0" lvl="0" indent="0" algn="ctr" rtl="0">
              <a:lnSpc>
                <a:spcPct val="100000"/>
              </a:lnSpc>
              <a:spcBef>
                <a:spcPts val="0"/>
              </a:spcBef>
              <a:spcAft>
                <a:spcPts val="0"/>
              </a:spcAft>
              <a:buClr>
                <a:schemeClr val="lt1"/>
              </a:buClr>
              <a:buSzPts val="4800"/>
              <a:buFont typeface="Arial"/>
              <a:buNone/>
            </a:pPr>
            <a:endParaRPr/>
          </a:p>
        </p:txBody>
      </p:sp>
      <p:sp>
        <p:nvSpPr>
          <p:cNvPr id="209" name="Google Shape;209;p12"/>
          <p:cNvSpPr txBox="1">
            <a:spLocks noGrp="1"/>
          </p:cNvSpPr>
          <p:nvPr>
            <p:ph type="body" idx="1"/>
          </p:nvPr>
        </p:nvSpPr>
        <p:spPr>
          <a:xfrm>
            <a:off x="550863" y="1039471"/>
            <a:ext cx="11090274" cy="5503625"/>
          </a:xfrm>
          <a:prstGeom prst="rect">
            <a:avLst/>
          </a:prstGeom>
          <a:noFill/>
          <a:ln>
            <a:noFill/>
          </a:ln>
        </p:spPr>
        <p:txBody>
          <a:bodyPr spcFirstLastPara="1" wrap="square" lIns="0" tIns="0" rIns="0" bIns="0" anchor="t" anchorCtr="0">
            <a:normAutofit lnSpcReduction="10000"/>
          </a:bodyPr>
          <a:lstStyle/>
          <a:p>
            <a:pPr marL="228600" lvl="0" indent="-228600" algn="l" rtl="0">
              <a:lnSpc>
                <a:spcPct val="110000"/>
              </a:lnSpc>
              <a:spcBef>
                <a:spcPts val="0"/>
              </a:spcBef>
              <a:spcAft>
                <a:spcPts val="0"/>
              </a:spcAft>
              <a:buClr>
                <a:srgbClr val="FFFFFF"/>
              </a:buClr>
              <a:buSzPts val="1500"/>
              <a:buChar char="•"/>
            </a:pPr>
            <a:r>
              <a:rPr lang="en-US" sz="1500">
                <a:solidFill>
                  <a:srgbClr val="FFFFFF"/>
                </a:solidFill>
              </a:rPr>
              <a:t>Addition (+): Adds two operands together.</a:t>
            </a:r>
            <a:br>
              <a:rPr lang="en-US" sz="1500"/>
            </a:br>
            <a:r>
              <a:rPr lang="en-US" sz="1500">
                <a:solidFill>
                  <a:srgbClr val="FFFFFF"/>
                </a:solidFill>
              </a:rPr>
              <a:t>Example: int sum = 5 + 3; // sum will be 8</a:t>
            </a:r>
            <a:endParaRPr sz="1500">
              <a:solidFill>
                <a:srgbClr val="A5A5A5"/>
              </a:solidFill>
              <a:latin typeface="Arial"/>
              <a:ea typeface="Arial"/>
              <a:cs typeface="Arial"/>
              <a:sym typeface="Arial"/>
            </a:endParaRPr>
          </a:p>
          <a:p>
            <a:pPr marL="228600" lvl="0" indent="-228600" algn="l" rtl="0">
              <a:lnSpc>
                <a:spcPct val="110000"/>
              </a:lnSpc>
              <a:spcBef>
                <a:spcPts val="1800"/>
              </a:spcBef>
              <a:spcAft>
                <a:spcPts val="0"/>
              </a:spcAft>
              <a:buClr>
                <a:srgbClr val="FFFFFF"/>
              </a:buClr>
              <a:buSzPts val="1500"/>
              <a:buChar char="•"/>
            </a:pPr>
            <a:r>
              <a:rPr lang="en-US" sz="1500">
                <a:solidFill>
                  <a:srgbClr val="FFFFFF"/>
                </a:solidFill>
              </a:rPr>
              <a:t>Subtraction (-): Subtracts the second operand from the first operand.</a:t>
            </a:r>
            <a:br>
              <a:rPr lang="en-US" sz="1500"/>
            </a:br>
            <a:r>
              <a:rPr lang="en-US" sz="1500">
                <a:solidFill>
                  <a:srgbClr val="FFFFFF"/>
                </a:solidFill>
              </a:rPr>
              <a:t>Example: int difference = 10 - 5; // difference will be 5</a:t>
            </a:r>
            <a:endParaRPr sz="1500">
              <a:solidFill>
                <a:srgbClr val="FFFFFF"/>
              </a:solidFill>
            </a:endParaRPr>
          </a:p>
          <a:p>
            <a:pPr marL="228600" lvl="0" indent="-228600" algn="l" rtl="0">
              <a:lnSpc>
                <a:spcPct val="110000"/>
              </a:lnSpc>
              <a:spcBef>
                <a:spcPts val="1800"/>
              </a:spcBef>
              <a:spcAft>
                <a:spcPts val="0"/>
              </a:spcAft>
              <a:buClr>
                <a:srgbClr val="FFFFFF"/>
              </a:buClr>
              <a:buSzPts val="1500"/>
              <a:buChar char="•"/>
            </a:pPr>
            <a:r>
              <a:rPr lang="en-US" sz="1500">
                <a:solidFill>
                  <a:srgbClr val="FFFFFF"/>
                </a:solidFill>
              </a:rPr>
              <a:t>Multiplication (*): Multiplies two operands together.</a:t>
            </a:r>
            <a:br>
              <a:rPr lang="en-US" sz="1500"/>
            </a:br>
            <a:r>
              <a:rPr lang="en-US" sz="1500">
                <a:solidFill>
                  <a:srgbClr val="FFFFFF"/>
                </a:solidFill>
              </a:rPr>
              <a:t>Example: int product = 4 * 6; // product will be 24</a:t>
            </a:r>
            <a:endParaRPr sz="1500">
              <a:solidFill>
                <a:srgbClr val="FFFFFF"/>
              </a:solidFill>
            </a:endParaRPr>
          </a:p>
          <a:p>
            <a:pPr marL="228600" lvl="0" indent="-228600" algn="l" rtl="0">
              <a:lnSpc>
                <a:spcPct val="110000"/>
              </a:lnSpc>
              <a:spcBef>
                <a:spcPts val="1800"/>
              </a:spcBef>
              <a:spcAft>
                <a:spcPts val="0"/>
              </a:spcAft>
              <a:buClr>
                <a:srgbClr val="FFFFFF"/>
              </a:buClr>
              <a:buSzPts val="1500"/>
              <a:buChar char="•"/>
            </a:pPr>
            <a:r>
              <a:rPr lang="en-US" sz="1500">
                <a:solidFill>
                  <a:srgbClr val="FFFFFF"/>
                </a:solidFill>
              </a:rPr>
              <a:t>Division (/): Divides the first operand by the second operand. The result will be a double value.</a:t>
            </a:r>
            <a:br>
              <a:rPr lang="en-US" sz="1500"/>
            </a:br>
            <a:r>
              <a:rPr lang="en-US" sz="1500">
                <a:solidFill>
                  <a:srgbClr val="FFFFFF"/>
                </a:solidFill>
              </a:rPr>
              <a:t>Example: double quotient = 10 / 3; // quotient will be approximately 3.3333</a:t>
            </a:r>
            <a:endParaRPr sz="1500">
              <a:solidFill>
                <a:srgbClr val="FFFFFF"/>
              </a:solidFill>
            </a:endParaRPr>
          </a:p>
          <a:p>
            <a:pPr marL="228600" lvl="0" indent="-228600" algn="l" rtl="0">
              <a:lnSpc>
                <a:spcPct val="110000"/>
              </a:lnSpc>
              <a:spcBef>
                <a:spcPts val="1800"/>
              </a:spcBef>
              <a:spcAft>
                <a:spcPts val="0"/>
              </a:spcAft>
              <a:buClr>
                <a:srgbClr val="FFFFFF"/>
              </a:buClr>
              <a:buSzPts val="1500"/>
              <a:buChar char="•"/>
            </a:pPr>
            <a:r>
              <a:rPr lang="en-US" sz="1500">
                <a:solidFill>
                  <a:srgbClr val="FFFFFF"/>
                </a:solidFill>
              </a:rPr>
              <a:t>Integer Division (~/): Divides the first operand by the second operand and returns the integer result by truncating any decimal places.</a:t>
            </a:r>
            <a:br>
              <a:rPr lang="en-US" sz="1500"/>
            </a:br>
            <a:r>
              <a:rPr lang="en-US" sz="1500">
                <a:solidFill>
                  <a:srgbClr val="FFFFFF"/>
                </a:solidFill>
              </a:rPr>
              <a:t>Example: int quotient = 10 ~/ 3; // quotient will be 3</a:t>
            </a:r>
            <a:endParaRPr sz="1500">
              <a:solidFill>
                <a:srgbClr val="FFFFFF"/>
              </a:solidFill>
            </a:endParaRPr>
          </a:p>
          <a:p>
            <a:pPr marL="228600" lvl="0" indent="-228600" algn="l" rtl="0">
              <a:lnSpc>
                <a:spcPct val="110000"/>
              </a:lnSpc>
              <a:spcBef>
                <a:spcPts val="1800"/>
              </a:spcBef>
              <a:spcAft>
                <a:spcPts val="0"/>
              </a:spcAft>
              <a:buClr>
                <a:srgbClr val="FFFFFF"/>
              </a:buClr>
              <a:buSzPts val="1500"/>
              <a:buChar char="•"/>
            </a:pPr>
            <a:r>
              <a:rPr lang="en-US" sz="1500">
                <a:solidFill>
                  <a:srgbClr val="FFFFFF"/>
                </a:solidFill>
              </a:rPr>
              <a:t>Remainder/Modulus (%): Returns the remainder of the division of the first operand by the second operand.</a:t>
            </a:r>
            <a:br>
              <a:rPr lang="en-US" sz="1500"/>
            </a:br>
            <a:r>
              <a:rPr lang="en-US" sz="1500">
                <a:solidFill>
                  <a:srgbClr val="FFFFFF"/>
                </a:solidFill>
              </a:rPr>
              <a:t>Example: int remainder = 10 % 3; // remainder will be 1</a:t>
            </a:r>
            <a:endParaRPr sz="1500">
              <a:solidFill>
                <a:srgbClr val="FFFFFF"/>
              </a:solidFill>
            </a:endParaRPr>
          </a:p>
          <a:p>
            <a:pPr marL="228600" lvl="0" indent="-228600" algn="l" rtl="0">
              <a:lnSpc>
                <a:spcPct val="110000"/>
              </a:lnSpc>
              <a:spcBef>
                <a:spcPts val="1800"/>
              </a:spcBef>
              <a:spcAft>
                <a:spcPts val="0"/>
              </a:spcAft>
              <a:buClr>
                <a:srgbClr val="FFFFFF"/>
              </a:buClr>
              <a:buSzPts val="1500"/>
              <a:buChar char="•"/>
            </a:pPr>
            <a:r>
              <a:rPr lang="en-US" sz="1500">
                <a:solidFill>
                  <a:srgbClr val="FFFFFF"/>
                </a:solidFill>
              </a:rPr>
              <a:t>Increment (++): Increases the value of a variable by 1.</a:t>
            </a:r>
            <a:br>
              <a:rPr lang="en-US" sz="1500"/>
            </a:br>
            <a:r>
              <a:rPr lang="en-US" sz="1500">
                <a:solidFill>
                  <a:srgbClr val="FFFFFF"/>
                </a:solidFill>
              </a:rPr>
              <a:t>Example: int number = 5; number++; // number will be 6</a:t>
            </a:r>
            <a:endParaRPr sz="1500">
              <a:solidFill>
                <a:srgbClr val="FFFFFF"/>
              </a:solidFill>
            </a:endParaRPr>
          </a:p>
          <a:p>
            <a:pPr marL="228600" lvl="0" indent="-228600" algn="l" rtl="0">
              <a:lnSpc>
                <a:spcPct val="110000"/>
              </a:lnSpc>
              <a:spcBef>
                <a:spcPts val="1800"/>
              </a:spcBef>
              <a:spcAft>
                <a:spcPts val="0"/>
              </a:spcAft>
              <a:buClr>
                <a:srgbClr val="FFFFFF"/>
              </a:buClr>
              <a:buSzPts val="1500"/>
              <a:buChar char="•"/>
            </a:pPr>
            <a:r>
              <a:rPr lang="en-US" sz="1500">
                <a:solidFill>
                  <a:srgbClr val="FFFFFF"/>
                </a:solidFill>
              </a:rPr>
              <a:t>Decrement (--): Decreases the value of a variable by 1.</a:t>
            </a:r>
            <a:br>
              <a:rPr lang="en-US" sz="1500"/>
            </a:br>
            <a:r>
              <a:rPr lang="en-US" sz="1500">
                <a:solidFill>
                  <a:srgbClr val="FFFFFF"/>
                </a:solidFill>
              </a:rPr>
              <a:t>Example: int number = 5; number--; // number will be 4</a:t>
            </a:r>
            <a:endParaRPr sz="1500"/>
          </a:p>
          <a:p>
            <a:pPr marL="228600" lvl="0" indent="-114300" algn="l" rtl="0">
              <a:lnSpc>
                <a:spcPct val="110000"/>
              </a:lnSpc>
              <a:spcBef>
                <a:spcPts val="1800"/>
              </a:spcBef>
              <a:spcAft>
                <a:spcPts val="0"/>
              </a:spcAft>
              <a:buClr>
                <a:schemeClr val="lt1"/>
              </a:buClr>
              <a:buSzPts val="1800"/>
              <a:buNone/>
            </a:pPr>
            <a:endParaRPr sz="1800">
              <a:solidFill>
                <a:srgbClr val="A5A5A5"/>
              </a:solidFill>
              <a:latin typeface="Arial"/>
              <a:ea typeface="Arial"/>
              <a:cs typeface="Arial"/>
              <a:sym typeface="Arial"/>
            </a:endParaRPr>
          </a:p>
        </p:txBody>
      </p:sp>
    </p:spTree>
  </p:cSld>
  <p:clrMapOvr>
    <a:masterClrMapping/>
  </p:clrMapOvr>
</p:sld>
</file>

<file path=ppt/slides/slide13.xml><?xml version="1.0" encoding="utf-8"?>
<p:sld xmlns:a="http://schemas.openxmlformats.org/drawingml/2006/main" xmlns:r="http://schemas.openxmlformats.org/officeDocument/2006/relationships" xmlns:p="http://schemas.openxmlformats.org/presentationml/2006/main">
  <p:cSld>
    <p:spTree>
      <p:nvGrpSpPr>
        <p:cNvPr id="1" name="Shape 213"/>
        <p:cNvGrpSpPr/>
        <p:nvPr/>
      </p:nvGrpSpPr>
      <p:grpSpPr>
        <a:xfrm>
          <a:off x="0" y="0"/>
          <a:ext cx="0" cy="0"/>
          <a:chOff x="0" y="0"/>
          <a:chExt cx="0" cy="0"/>
        </a:xfrm>
      </p:grpSpPr>
      <p:sp>
        <p:nvSpPr>
          <p:cNvPr id="214" name="Google Shape;214;p13"/>
          <p:cNvSpPr txBox="1">
            <a:spLocks noGrp="1"/>
          </p:cNvSpPr>
          <p:nvPr>
            <p:ph type="title"/>
          </p:nvPr>
        </p:nvSpPr>
        <p:spPr>
          <a:xfrm>
            <a:off x="550862" y="537729"/>
            <a:ext cx="11091600" cy="720091"/>
          </a:xfrm>
          <a:prstGeom prst="rect">
            <a:avLst/>
          </a:prstGeom>
          <a:noFill/>
          <a:ln>
            <a:noFill/>
          </a:ln>
        </p:spPr>
        <p:txBody>
          <a:bodyPr spcFirstLastPara="1" wrap="square" lIns="0" tIns="0" rIns="0" bIns="0" anchor="t" anchorCtr="0">
            <a:normAutofit fontScale="90000"/>
          </a:bodyPr>
          <a:lstStyle/>
          <a:p>
            <a:pPr marL="0" lvl="0" indent="0" algn="ctr" rtl="0">
              <a:lnSpc>
                <a:spcPct val="100000"/>
              </a:lnSpc>
              <a:spcBef>
                <a:spcPts val="0"/>
              </a:spcBef>
              <a:spcAft>
                <a:spcPts val="0"/>
              </a:spcAft>
              <a:buClr>
                <a:schemeClr val="lt1"/>
              </a:buClr>
              <a:buSzPct val="100000"/>
              <a:buFont typeface="Arial"/>
              <a:buNone/>
            </a:pPr>
            <a:r>
              <a:rPr lang="en-US"/>
              <a:t>TASK 1 </a:t>
            </a:r>
            <a:endParaRPr/>
          </a:p>
        </p:txBody>
      </p:sp>
      <p:sp>
        <p:nvSpPr>
          <p:cNvPr id="215" name="Google Shape;215;p13"/>
          <p:cNvSpPr txBox="1">
            <a:spLocks noGrp="1"/>
          </p:cNvSpPr>
          <p:nvPr>
            <p:ph type="body" idx="1"/>
          </p:nvPr>
        </p:nvSpPr>
        <p:spPr>
          <a:xfrm>
            <a:off x="550863" y="1928471"/>
            <a:ext cx="11090274" cy="4741625"/>
          </a:xfrm>
          <a:prstGeom prst="rect">
            <a:avLst/>
          </a:prstGeom>
          <a:noFill/>
          <a:ln>
            <a:noFill/>
          </a:ln>
        </p:spPr>
        <p:txBody>
          <a:bodyPr spcFirstLastPara="1" wrap="square" lIns="0" tIns="0" rIns="0" bIns="0" anchor="t" anchorCtr="0">
            <a:normAutofit/>
          </a:bodyPr>
          <a:lstStyle/>
          <a:p>
            <a:pPr marL="228600" lvl="0" indent="-228600" algn="l" rtl="0">
              <a:lnSpc>
                <a:spcPct val="110000"/>
              </a:lnSpc>
              <a:spcBef>
                <a:spcPts val="0"/>
              </a:spcBef>
              <a:spcAft>
                <a:spcPts val="0"/>
              </a:spcAft>
              <a:buClr>
                <a:schemeClr val="lt1"/>
              </a:buClr>
              <a:buSzPts val="1800"/>
              <a:buChar char="•"/>
            </a:pPr>
            <a:r>
              <a:rPr lang="en-US" sz="1800">
                <a:solidFill>
                  <a:schemeClr val="lt1"/>
                </a:solidFill>
              </a:rPr>
              <a:t>Create a Dart program that declares a variable called "age" and assigns it the value of your age. - Declare a variable called "name" and assign it your name. - Print out the following sentence using the variables you declared: "My name is [name] and I am [age] years old."</a:t>
            </a:r>
            <a:endParaRPr sz="1800">
              <a:solidFill>
                <a:schemeClr val="lt1"/>
              </a:solidFill>
            </a:endParaRPr>
          </a:p>
          <a:p>
            <a:pPr marL="228600" lvl="0" indent="-228600" algn="l" rtl="0">
              <a:lnSpc>
                <a:spcPct val="110000"/>
              </a:lnSpc>
              <a:spcBef>
                <a:spcPts val="1800"/>
              </a:spcBef>
              <a:spcAft>
                <a:spcPts val="0"/>
              </a:spcAft>
              <a:buClr>
                <a:schemeClr val="lt1"/>
              </a:buClr>
              <a:buSzPts val="1800"/>
              <a:buChar char="•"/>
            </a:pPr>
            <a:r>
              <a:rPr lang="en-US" sz="1800">
                <a:solidFill>
                  <a:schemeClr val="lt1"/>
                </a:solidFill>
              </a:rPr>
              <a:t>Perform the following arithmetic operations:</a:t>
            </a:r>
            <a:br>
              <a:rPr lang="en-US" sz="1800"/>
            </a:br>
            <a:r>
              <a:rPr lang="en-US" sz="1800">
                <a:solidFill>
                  <a:schemeClr val="lt1"/>
                </a:solidFill>
              </a:rPr>
              <a:t>a. Declare two variables, "num1" and "num2", and assign them any numerical values.</a:t>
            </a:r>
            <a:br>
              <a:rPr lang="en-US" sz="1800"/>
            </a:br>
            <a:r>
              <a:rPr lang="en-US" sz="1800">
                <a:solidFill>
                  <a:schemeClr val="lt1"/>
                </a:solidFill>
              </a:rPr>
              <a:t>b. Add "num1" and "num2" and store the result in a new variable called "sum".</a:t>
            </a:r>
            <a:br>
              <a:rPr lang="en-US" sz="1800"/>
            </a:br>
            <a:r>
              <a:rPr lang="en-US" sz="1800">
                <a:solidFill>
                  <a:schemeClr val="lt1"/>
                </a:solidFill>
              </a:rPr>
              <a:t>c. Subtract "num2" from "num1" and store the result in a new variable called "difference".</a:t>
            </a:r>
            <a:br>
              <a:rPr lang="en-US" sz="1800"/>
            </a:br>
            <a:r>
              <a:rPr lang="en-US" sz="1800">
                <a:solidFill>
                  <a:schemeClr val="lt1"/>
                </a:solidFill>
              </a:rPr>
              <a:t>d. Multiply "num1" and "num2" and store the result in a new variable called "product".</a:t>
            </a:r>
            <a:br>
              <a:rPr lang="en-US" sz="1800"/>
            </a:br>
            <a:r>
              <a:rPr lang="en-US" sz="1800">
                <a:solidFill>
                  <a:schemeClr val="lt1"/>
                </a:solidFill>
              </a:rPr>
              <a:t>e. Divide "num1" by "num2" and store the result in a new variable called "quotient".</a:t>
            </a:r>
            <a:endParaRPr sz="1800">
              <a:solidFill>
                <a:schemeClr val="lt1"/>
              </a:solidFill>
            </a:endParaRPr>
          </a:p>
          <a:p>
            <a:pPr marL="228600" lvl="0" indent="-127000" algn="l" rtl="0">
              <a:lnSpc>
                <a:spcPct val="110000"/>
              </a:lnSpc>
              <a:spcBef>
                <a:spcPts val="1800"/>
              </a:spcBef>
              <a:spcAft>
                <a:spcPts val="0"/>
              </a:spcAft>
              <a:buClr>
                <a:schemeClr val="lt1"/>
              </a:buClr>
              <a:buSzPts val="1600"/>
              <a:buNone/>
            </a:pPr>
            <a:endParaRPr sz="1600">
              <a:solidFill>
                <a:schemeClr val="lt1"/>
              </a:solidFill>
            </a:endParaRPr>
          </a:p>
          <a:p>
            <a:pPr marL="228600" lvl="0" indent="-101600" algn="l" rtl="0">
              <a:lnSpc>
                <a:spcPct val="110000"/>
              </a:lnSpc>
              <a:spcBef>
                <a:spcPts val="1800"/>
              </a:spcBef>
              <a:spcAft>
                <a:spcPts val="0"/>
              </a:spcAft>
              <a:buClr>
                <a:schemeClr val="lt1"/>
              </a:buClr>
              <a:buSzPts val="2000"/>
              <a:buNone/>
            </a:pPr>
            <a:endParaRPr>
              <a:solidFill>
                <a:srgbClr val="FFFFFF"/>
              </a:solidFill>
            </a:endParaRPr>
          </a:p>
        </p:txBody>
      </p:sp>
    </p:spTree>
  </p:cSld>
  <p:clrMapOvr>
    <a:masterClrMapping/>
  </p:clrMapOvr>
</p:sld>
</file>

<file path=ppt/slides/slide14.xml><?xml version="1.0" encoding="utf-8"?>
<p:sld xmlns:a="http://schemas.openxmlformats.org/drawingml/2006/main" xmlns:r="http://schemas.openxmlformats.org/officeDocument/2006/relationships" xmlns:p="http://schemas.openxmlformats.org/presentationml/2006/main">
  <p:cSld>
    <p:spTree>
      <p:nvGrpSpPr>
        <p:cNvPr id="1" name="Shape 219"/>
        <p:cNvGrpSpPr/>
        <p:nvPr/>
      </p:nvGrpSpPr>
      <p:grpSpPr>
        <a:xfrm>
          <a:off x="0" y="0"/>
          <a:ext cx="0" cy="0"/>
          <a:chOff x="0" y="0"/>
          <a:chExt cx="0" cy="0"/>
        </a:xfrm>
      </p:grpSpPr>
      <p:sp>
        <p:nvSpPr>
          <p:cNvPr id="220" name="Google Shape;220;p14"/>
          <p:cNvSpPr txBox="1">
            <a:spLocks noGrp="1"/>
          </p:cNvSpPr>
          <p:nvPr>
            <p:ph type="title"/>
          </p:nvPr>
        </p:nvSpPr>
        <p:spPr>
          <a:xfrm>
            <a:off x="550862" y="456912"/>
            <a:ext cx="11091600" cy="858637"/>
          </a:xfrm>
          <a:prstGeom prst="rect">
            <a:avLst/>
          </a:prstGeom>
          <a:noFill/>
          <a:ln>
            <a:noFill/>
          </a:ln>
        </p:spPr>
        <p:txBody>
          <a:bodyPr spcFirstLastPara="1" wrap="square" lIns="0" tIns="0" rIns="0" bIns="0" anchor="t" anchorCtr="0">
            <a:normAutofit/>
          </a:bodyPr>
          <a:lstStyle/>
          <a:p>
            <a:pPr marL="0" lvl="0" indent="0" algn="ctr" rtl="0">
              <a:lnSpc>
                <a:spcPct val="100000"/>
              </a:lnSpc>
              <a:spcBef>
                <a:spcPts val="0"/>
              </a:spcBef>
              <a:spcAft>
                <a:spcPts val="0"/>
              </a:spcAft>
              <a:buClr>
                <a:schemeClr val="lt1"/>
              </a:buClr>
              <a:buSzPts val="4800"/>
              <a:buFont typeface="Arial"/>
              <a:buNone/>
            </a:pPr>
            <a:r>
              <a:rPr lang="en-US"/>
              <a:t>Collection Data Type</a:t>
            </a:r>
            <a:endParaRPr/>
          </a:p>
          <a:p>
            <a:pPr marL="0" lvl="0" indent="0" algn="ctr" rtl="0">
              <a:lnSpc>
                <a:spcPct val="100000"/>
              </a:lnSpc>
              <a:spcBef>
                <a:spcPts val="0"/>
              </a:spcBef>
              <a:spcAft>
                <a:spcPts val="0"/>
              </a:spcAft>
              <a:buClr>
                <a:schemeClr val="lt1"/>
              </a:buClr>
              <a:buSzPts val="4800"/>
              <a:buFont typeface="Arial"/>
              <a:buNone/>
            </a:pPr>
            <a:endParaRPr/>
          </a:p>
        </p:txBody>
      </p:sp>
      <p:sp>
        <p:nvSpPr>
          <p:cNvPr id="221" name="Google Shape;221;p14"/>
          <p:cNvSpPr txBox="1">
            <a:spLocks noGrp="1"/>
          </p:cNvSpPr>
          <p:nvPr>
            <p:ph type="body" idx="1"/>
          </p:nvPr>
        </p:nvSpPr>
        <p:spPr>
          <a:xfrm>
            <a:off x="250682" y="2090108"/>
            <a:ext cx="11690636" cy="4383715"/>
          </a:xfrm>
          <a:prstGeom prst="rect">
            <a:avLst/>
          </a:prstGeom>
          <a:noFill/>
          <a:ln>
            <a:noFill/>
          </a:ln>
        </p:spPr>
        <p:txBody>
          <a:bodyPr spcFirstLastPara="1" wrap="square" lIns="0" tIns="0" rIns="0" bIns="0" anchor="t" anchorCtr="0">
            <a:normAutofit/>
          </a:bodyPr>
          <a:lstStyle/>
          <a:p>
            <a:pPr marL="228600" lvl="0" indent="-228600" algn="l" rtl="0">
              <a:lnSpc>
                <a:spcPct val="110000"/>
              </a:lnSpc>
              <a:spcBef>
                <a:spcPts val="0"/>
              </a:spcBef>
              <a:spcAft>
                <a:spcPts val="0"/>
              </a:spcAft>
              <a:buClr>
                <a:srgbClr val="FFFFFF"/>
              </a:buClr>
              <a:buSzPts val="2000"/>
              <a:buChar char="•"/>
            </a:pPr>
            <a:r>
              <a:rPr lang="en-US">
                <a:solidFill>
                  <a:srgbClr val="FFFFFF"/>
                </a:solidFill>
              </a:rPr>
              <a:t>List: represents an ordered collection of objects. It allows duplicate values and provides methods to add, remove, and access elements.  </a:t>
            </a:r>
            <a:endParaRPr>
              <a:solidFill>
                <a:srgbClr val="FFFFFF"/>
              </a:solidFill>
            </a:endParaRPr>
          </a:p>
          <a:p>
            <a:pPr marL="228600" lvl="0" indent="-228600" algn="l" rtl="0">
              <a:lnSpc>
                <a:spcPct val="110000"/>
              </a:lnSpc>
              <a:spcBef>
                <a:spcPts val="1800"/>
              </a:spcBef>
              <a:spcAft>
                <a:spcPts val="0"/>
              </a:spcAft>
              <a:buClr>
                <a:srgbClr val="FFFFFF"/>
              </a:buClr>
              <a:buSzPts val="2000"/>
              <a:buChar char="•"/>
            </a:pPr>
            <a:r>
              <a:rPr lang="en-US">
                <a:solidFill>
                  <a:srgbClr val="FFFFFF"/>
                </a:solidFill>
              </a:rPr>
              <a:t>Set: represents an unordered collection of unique objects. It doesn't allow duplicate values and provides methods for set operations like union, intersection, and difference.</a:t>
            </a:r>
            <a:endParaRPr>
              <a:solidFill>
                <a:srgbClr val="FFFFFF"/>
              </a:solidFill>
            </a:endParaRPr>
          </a:p>
          <a:p>
            <a:pPr marL="228600" lvl="0" indent="-228600" algn="l" rtl="0">
              <a:lnSpc>
                <a:spcPct val="110000"/>
              </a:lnSpc>
              <a:spcBef>
                <a:spcPts val="1800"/>
              </a:spcBef>
              <a:spcAft>
                <a:spcPts val="0"/>
              </a:spcAft>
              <a:buClr>
                <a:schemeClr val="lt1"/>
              </a:buClr>
              <a:buSzPts val="2000"/>
              <a:buNone/>
            </a:pPr>
            <a:endParaRPr>
              <a:solidFill>
                <a:srgbClr val="FFFFFF"/>
              </a:solidFill>
            </a:endParaRPr>
          </a:p>
          <a:p>
            <a:pPr marL="228600" lvl="0" indent="-228600" algn="l" rtl="0">
              <a:lnSpc>
                <a:spcPct val="110000"/>
              </a:lnSpc>
              <a:spcBef>
                <a:spcPts val="1800"/>
              </a:spcBef>
              <a:spcAft>
                <a:spcPts val="0"/>
              </a:spcAft>
              <a:buClr>
                <a:srgbClr val="FFFFFF"/>
              </a:buClr>
              <a:buSzPts val="2000"/>
              <a:buChar char="•"/>
            </a:pPr>
            <a:r>
              <a:rPr lang="en-US">
                <a:solidFill>
                  <a:srgbClr val="FFFFFF"/>
                </a:solidFill>
              </a:rPr>
              <a:t>Map: represents a collection of key-value pairs. It associates keys with values, and each key is unique within the map.</a:t>
            </a:r>
            <a:endParaRPr/>
          </a:p>
          <a:p>
            <a:pPr marL="0" lvl="0" indent="0" algn="l" rtl="0">
              <a:lnSpc>
                <a:spcPct val="110000"/>
              </a:lnSpc>
              <a:spcBef>
                <a:spcPts val="1800"/>
              </a:spcBef>
              <a:spcAft>
                <a:spcPts val="0"/>
              </a:spcAft>
              <a:buClr>
                <a:schemeClr val="lt1"/>
              </a:buClr>
              <a:buSzPts val="1800"/>
              <a:buNone/>
            </a:pPr>
            <a:endParaRPr sz="1800">
              <a:solidFill>
                <a:schemeClr val="lt1"/>
              </a:solidFill>
              <a:latin typeface="Arial"/>
              <a:ea typeface="Arial"/>
              <a:cs typeface="Arial"/>
              <a:sym typeface="Arial"/>
            </a:endParaRPr>
          </a:p>
        </p:txBody>
      </p:sp>
    </p:spTree>
  </p:cSld>
  <p:clrMapOvr>
    <a:masterClrMapping/>
  </p:clrMapOvr>
</p:sld>
</file>

<file path=ppt/slides/slide15.xml><?xml version="1.0" encoding="utf-8"?>
<p:sld xmlns:a="http://schemas.openxmlformats.org/drawingml/2006/main" xmlns:r="http://schemas.openxmlformats.org/officeDocument/2006/relationships" xmlns:p="http://schemas.openxmlformats.org/presentationml/2006/main">
  <p:cSld>
    <p:spTree>
      <p:nvGrpSpPr>
        <p:cNvPr id="1" name="Shape 225"/>
        <p:cNvGrpSpPr/>
        <p:nvPr/>
      </p:nvGrpSpPr>
      <p:grpSpPr>
        <a:xfrm>
          <a:off x="0" y="0"/>
          <a:ext cx="0" cy="0"/>
          <a:chOff x="0" y="0"/>
          <a:chExt cx="0" cy="0"/>
        </a:xfrm>
      </p:grpSpPr>
      <p:sp>
        <p:nvSpPr>
          <p:cNvPr id="226" name="Google Shape;226;p15"/>
          <p:cNvSpPr txBox="1">
            <a:spLocks noGrp="1"/>
          </p:cNvSpPr>
          <p:nvPr>
            <p:ph type="title"/>
          </p:nvPr>
        </p:nvSpPr>
        <p:spPr>
          <a:xfrm>
            <a:off x="550862" y="549275"/>
            <a:ext cx="11091600" cy="1332000"/>
          </a:xfrm>
          <a:prstGeom prst="rect">
            <a:avLst/>
          </a:prstGeom>
          <a:noFill/>
          <a:ln>
            <a:noFill/>
          </a:ln>
        </p:spPr>
        <p:txBody>
          <a:bodyPr spcFirstLastPara="1" wrap="square" lIns="0" tIns="0" rIns="0" bIns="0" anchor="t" anchorCtr="0">
            <a:normAutofit/>
          </a:bodyPr>
          <a:lstStyle/>
          <a:p>
            <a:pPr marL="0" lvl="0" indent="0" algn="ctr" rtl="0">
              <a:lnSpc>
                <a:spcPct val="100000"/>
              </a:lnSpc>
              <a:spcBef>
                <a:spcPts val="0"/>
              </a:spcBef>
              <a:spcAft>
                <a:spcPts val="0"/>
              </a:spcAft>
              <a:buClr>
                <a:schemeClr val="lt1"/>
              </a:buClr>
              <a:buSzPts val="4800"/>
              <a:buFont typeface="Arial"/>
              <a:buNone/>
            </a:pPr>
            <a:r>
              <a:rPr lang="en-US"/>
              <a:t>List</a:t>
            </a:r>
            <a:endParaRPr/>
          </a:p>
          <a:p>
            <a:pPr marL="0" lvl="0" indent="0" algn="ctr" rtl="0">
              <a:lnSpc>
                <a:spcPct val="100000"/>
              </a:lnSpc>
              <a:spcBef>
                <a:spcPts val="0"/>
              </a:spcBef>
              <a:spcAft>
                <a:spcPts val="0"/>
              </a:spcAft>
              <a:buClr>
                <a:schemeClr val="lt1"/>
              </a:buClr>
              <a:buSzPts val="4800"/>
              <a:buFont typeface="Arial"/>
              <a:buNone/>
            </a:pPr>
            <a:endParaRPr/>
          </a:p>
        </p:txBody>
      </p:sp>
      <p:sp>
        <p:nvSpPr>
          <p:cNvPr id="227" name="Google Shape;227;p15"/>
          <p:cNvSpPr txBox="1">
            <a:spLocks noGrp="1"/>
          </p:cNvSpPr>
          <p:nvPr>
            <p:ph type="body" idx="1"/>
          </p:nvPr>
        </p:nvSpPr>
        <p:spPr>
          <a:xfrm>
            <a:off x="550863" y="2113199"/>
            <a:ext cx="11090274" cy="3979625"/>
          </a:xfrm>
          <a:prstGeom prst="rect">
            <a:avLst/>
          </a:prstGeom>
          <a:noFill/>
          <a:ln>
            <a:noFill/>
          </a:ln>
        </p:spPr>
        <p:txBody>
          <a:bodyPr spcFirstLastPara="1" wrap="square" lIns="0" tIns="0" rIns="0" bIns="0" anchor="t" anchorCtr="0">
            <a:normAutofit/>
          </a:bodyPr>
          <a:lstStyle/>
          <a:p>
            <a:pPr marL="228600" lvl="0" indent="-228600" algn="l" rtl="0">
              <a:lnSpc>
                <a:spcPct val="110000"/>
              </a:lnSpc>
              <a:spcBef>
                <a:spcPts val="0"/>
              </a:spcBef>
              <a:spcAft>
                <a:spcPts val="0"/>
              </a:spcAft>
              <a:buClr>
                <a:srgbClr val="FFFFFF"/>
              </a:buClr>
              <a:buSzPts val="1800"/>
              <a:buChar char="•"/>
            </a:pPr>
            <a:r>
              <a:rPr lang="en-US" sz="1800">
                <a:solidFill>
                  <a:srgbClr val="FFFFFF"/>
                </a:solidFill>
              </a:rPr>
              <a:t>List&lt;Data type&gt; List-Name = [Value1,Value2,Value3,…..];  - square brackets []; </a:t>
            </a:r>
            <a:endParaRPr/>
          </a:p>
          <a:p>
            <a:pPr marL="228600" lvl="0" indent="-228600" algn="l" rtl="0">
              <a:lnSpc>
                <a:spcPct val="110000"/>
              </a:lnSpc>
              <a:spcBef>
                <a:spcPts val="1800"/>
              </a:spcBef>
              <a:spcAft>
                <a:spcPts val="0"/>
              </a:spcAft>
              <a:buClr>
                <a:schemeClr val="lt1"/>
              </a:buClr>
              <a:buSzPts val="1800"/>
              <a:buChar char="•"/>
            </a:pPr>
            <a:r>
              <a:rPr lang="en-US" sz="1800">
                <a:solidFill>
                  <a:schemeClr val="lt1"/>
                </a:solidFill>
                <a:latin typeface="Arial"/>
                <a:ea typeface="Arial"/>
                <a:cs typeface="Arial"/>
                <a:sym typeface="Arial"/>
              </a:rPr>
              <a:t>Add value to List: </a:t>
            </a:r>
            <a:endParaRPr/>
          </a:p>
          <a:p>
            <a:pPr marL="228600" lvl="0" indent="-228600" algn="l" rtl="0">
              <a:lnSpc>
                <a:spcPct val="110000"/>
              </a:lnSpc>
              <a:spcBef>
                <a:spcPts val="1800"/>
              </a:spcBef>
              <a:spcAft>
                <a:spcPts val="0"/>
              </a:spcAft>
              <a:buClr>
                <a:schemeClr val="lt1"/>
              </a:buClr>
              <a:buSzPts val="1800"/>
              <a:buChar char="•"/>
            </a:pPr>
            <a:r>
              <a:rPr lang="en-US" sz="1800">
                <a:solidFill>
                  <a:schemeClr val="lt1"/>
                </a:solidFill>
                <a:latin typeface="Arial"/>
                <a:ea typeface="Arial"/>
                <a:cs typeface="Arial"/>
                <a:sym typeface="Arial"/>
              </a:rPr>
              <a:t>List-Name.add(value);</a:t>
            </a:r>
            <a:endParaRPr/>
          </a:p>
          <a:p>
            <a:pPr marL="228600" lvl="0" indent="-228600" algn="l" rtl="0">
              <a:lnSpc>
                <a:spcPct val="110000"/>
              </a:lnSpc>
              <a:spcBef>
                <a:spcPts val="1800"/>
              </a:spcBef>
              <a:spcAft>
                <a:spcPts val="0"/>
              </a:spcAft>
              <a:buClr>
                <a:schemeClr val="lt1"/>
              </a:buClr>
              <a:buSzPts val="1800"/>
              <a:buChar char="•"/>
            </a:pPr>
            <a:r>
              <a:rPr lang="en-US" sz="1800">
                <a:solidFill>
                  <a:schemeClr val="lt1"/>
                </a:solidFill>
                <a:latin typeface="Arial"/>
                <a:ea typeface="Arial"/>
                <a:cs typeface="Arial"/>
                <a:sym typeface="Arial"/>
              </a:rPr>
              <a:t>Remove Value from List:</a:t>
            </a:r>
            <a:endParaRPr sz="1800">
              <a:solidFill>
                <a:schemeClr val="lt1"/>
              </a:solidFill>
              <a:latin typeface="Arial"/>
              <a:ea typeface="Arial"/>
              <a:cs typeface="Arial"/>
              <a:sym typeface="Arial"/>
            </a:endParaRPr>
          </a:p>
          <a:p>
            <a:pPr marL="0" lvl="0" indent="0" algn="l" rtl="0">
              <a:lnSpc>
                <a:spcPct val="110000"/>
              </a:lnSpc>
              <a:spcBef>
                <a:spcPts val="1800"/>
              </a:spcBef>
              <a:spcAft>
                <a:spcPts val="0"/>
              </a:spcAft>
              <a:buClr>
                <a:schemeClr val="lt1"/>
              </a:buClr>
              <a:buSzPts val="1800"/>
              <a:buNone/>
            </a:pPr>
            <a:r>
              <a:rPr lang="en-US" sz="1800">
                <a:solidFill>
                  <a:schemeClr val="lt1"/>
                </a:solidFill>
                <a:latin typeface="Arial"/>
                <a:ea typeface="Arial"/>
                <a:cs typeface="Arial"/>
                <a:sym typeface="Arial"/>
              </a:rPr>
              <a:t> List-Name.remove(value);</a:t>
            </a:r>
            <a:endParaRPr>
              <a:solidFill>
                <a:schemeClr val="lt1"/>
              </a:solidFill>
              <a:latin typeface="Arial"/>
              <a:ea typeface="Arial"/>
              <a:cs typeface="Arial"/>
              <a:sym typeface="Arial"/>
            </a:endParaRPr>
          </a:p>
        </p:txBody>
      </p:sp>
    </p:spTree>
  </p:cSld>
  <p:clrMapOvr>
    <a:masterClrMapping/>
  </p:clrMapOvr>
</p:sld>
</file>

<file path=ppt/slides/slide16.xml><?xml version="1.0" encoding="utf-8"?>
<p:sld xmlns:a="http://schemas.openxmlformats.org/drawingml/2006/main" xmlns:r="http://schemas.openxmlformats.org/officeDocument/2006/relationships" xmlns:p="http://schemas.openxmlformats.org/presentationml/2006/main">
  <p:cSld>
    <p:spTree>
      <p:nvGrpSpPr>
        <p:cNvPr id="1" name="Shape 231"/>
        <p:cNvGrpSpPr/>
        <p:nvPr/>
      </p:nvGrpSpPr>
      <p:grpSpPr>
        <a:xfrm>
          <a:off x="0" y="0"/>
          <a:ext cx="0" cy="0"/>
          <a:chOff x="0" y="0"/>
          <a:chExt cx="0" cy="0"/>
        </a:xfrm>
      </p:grpSpPr>
      <p:sp>
        <p:nvSpPr>
          <p:cNvPr id="232" name="Google Shape;232;p16"/>
          <p:cNvSpPr txBox="1">
            <a:spLocks noGrp="1"/>
          </p:cNvSpPr>
          <p:nvPr>
            <p:ph type="title"/>
          </p:nvPr>
        </p:nvSpPr>
        <p:spPr>
          <a:xfrm>
            <a:off x="550862" y="549275"/>
            <a:ext cx="11091600" cy="1332000"/>
          </a:xfrm>
          <a:prstGeom prst="rect">
            <a:avLst/>
          </a:prstGeom>
          <a:noFill/>
          <a:ln>
            <a:noFill/>
          </a:ln>
        </p:spPr>
        <p:txBody>
          <a:bodyPr spcFirstLastPara="1" wrap="square" lIns="0" tIns="0" rIns="0" bIns="0" anchor="t" anchorCtr="0">
            <a:normAutofit/>
          </a:bodyPr>
          <a:lstStyle/>
          <a:p>
            <a:pPr marL="0" lvl="0" indent="0" algn="ctr" rtl="0">
              <a:lnSpc>
                <a:spcPct val="100000"/>
              </a:lnSpc>
              <a:spcBef>
                <a:spcPts val="0"/>
              </a:spcBef>
              <a:spcAft>
                <a:spcPts val="0"/>
              </a:spcAft>
              <a:buClr>
                <a:schemeClr val="lt1"/>
              </a:buClr>
              <a:buSzPts val="4800"/>
              <a:buFont typeface="Arial"/>
              <a:buNone/>
            </a:pPr>
            <a:r>
              <a:rPr lang="en-US"/>
              <a:t>Set</a:t>
            </a:r>
            <a:endParaRPr/>
          </a:p>
          <a:p>
            <a:pPr marL="0" lvl="0" indent="0" algn="ctr" rtl="0">
              <a:lnSpc>
                <a:spcPct val="100000"/>
              </a:lnSpc>
              <a:spcBef>
                <a:spcPts val="0"/>
              </a:spcBef>
              <a:spcAft>
                <a:spcPts val="0"/>
              </a:spcAft>
              <a:buClr>
                <a:schemeClr val="lt1"/>
              </a:buClr>
              <a:buSzPts val="4800"/>
              <a:buFont typeface="Arial"/>
              <a:buNone/>
            </a:pPr>
            <a:endParaRPr/>
          </a:p>
        </p:txBody>
      </p:sp>
      <p:sp>
        <p:nvSpPr>
          <p:cNvPr id="233" name="Google Shape;233;p16"/>
          <p:cNvSpPr txBox="1">
            <a:spLocks noGrp="1"/>
          </p:cNvSpPr>
          <p:nvPr>
            <p:ph type="body" idx="1"/>
          </p:nvPr>
        </p:nvSpPr>
        <p:spPr>
          <a:xfrm>
            <a:off x="550863" y="2113199"/>
            <a:ext cx="11090274" cy="3979625"/>
          </a:xfrm>
          <a:prstGeom prst="rect">
            <a:avLst/>
          </a:prstGeom>
          <a:noFill/>
          <a:ln>
            <a:noFill/>
          </a:ln>
        </p:spPr>
        <p:txBody>
          <a:bodyPr spcFirstLastPara="1" wrap="square" lIns="0" tIns="0" rIns="0" bIns="0" anchor="t" anchorCtr="0">
            <a:normAutofit/>
          </a:bodyPr>
          <a:lstStyle/>
          <a:p>
            <a:pPr marL="228600" lvl="0" indent="-228600" algn="l" rtl="0">
              <a:lnSpc>
                <a:spcPct val="110000"/>
              </a:lnSpc>
              <a:spcBef>
                <a:spcPts val="0"/>
              </a:spcBef>
              <a:spcAft>
                <a:spcPts val="0"/>
              </a:spcAft>
              <a:buClr>
                <a:srgbClr val="FFFFFF"/>
              </a:buClr>
              <a:buSzPts val="1800"/>
              <a:buChar char="•"/>
            </a:pPr>
            <a:r>
              <a:rPr lang="en-US" sz="1800">
                <a:solidFill>
                  <a:srgbClr val="FFFFFF"/>
                </a:solidFill>
              </a:rPr>
              <a:t>Syntax: Set&lt;Data type&gt; Set-Name = {Value};  - curly brackets {Value1,Value2,Value3,…...};</a:t>
            </a:r>
            <a:endParaRPr/>
          </a:p>
          <a:p>
            <a:pPr marL="228600" lvl="0" indent="-228600" algn="l" rtl="0">
              <a:lnSpc>
                <a:spcPct val="110000"/>
              </a:lnSpc>
              <a:spcBef>
                <a:spcPts val="1800"/>
              </a:spcBef>
              <a:spcAft>
                <a:spcPts val="0"/>
              </a:spcAft>
              <a:buClr>
                <a:srgbClr val="FFFFFF"/>
              </a:buClr>
              <a:buSzPts val="1800"/>
              <a:buChar char="•"/>
            </a:pPr>
            <a:r>
              <a:rPr lang="en-US" sz="1800">
                <a:solidFill>
                  <a:srgbClr val="FFFFFF"/>
                </a:solidFill>
                <a:latin typeface="Arial"/>
                <a:ea typeface="Arial"/>
                <a:cs typeface="Arial"/>
                <a:sym typeface="Arial"/>
              </a:rPr>
              <a:t>Add value to Set: </a:t>
            </a:r>
            <a:endParaRPr/>
          </a:p>
          <a:p>
            <a:pPr marL="0" lvl="0" indent="0" algn="l" rtl="0">
              <a:lnSpc>
                <a:spcPct val="110000"/>
              </a:lnSpc>
              <a:spcBef>
                <a:spcPts val="1800"/>
              </a:spcBef>
              <a:spcAft>
                <a:spcPts val="0"/>
              </a:spcAft>
              <a:buClr>
                <a:srgbClr val="FFFFFF"/>
              </a:buClr>
              <a:buSzPts val="1800"/>
              <a:buNone/>
            </a:pPr>
            <a:r>
              <a:rPr lang="en-US" sz="1800">
                <a:solidFill>
                  <a:srgbClr val="FFFFFF"/>
                </a:solidFill>
                <a:latin typeface="Arial"/>
                <a:ea typeface="Arial"/>
                <a:cs typeface="Arial"/>
                <a:sym typeface="Arial"/>
              </a:rPr>
              <a:t>Set-Name.add(value);</a:t>
            </a:r>
            <a:endParaRPr>
              <a:solidFill>
                <a:srgbClr val="FFFFFF"/>
              </a:solidFill>
            </a:endParaRPr>
          </a:p>
          <a:p>
            <a:pPr marL="228600" lvl="0" indent="-228600" algn="l" rtl="0">
              <a:lnSpc>
                <a:spcPct val="110000"/>
              </a:lnSpc>
              <a:spcBef>
                <a:spcPts val="1800"/>
              </a:spcBef>
              <a:spcAft>
                <a:spcPts val="0"/>
              </a:spcAft>
              <a:buClr>
                <a:schemeClr val="lt1"/>
              </a:buClr>
              <a:buSzPts val="1800"/>
              <a:buChar char="•"/>
            </a:pPr>
            <a:r>
              <a:rPr lang="en-US" sz="1800">
                <a:solidFill>
                  <a:schemeClr val="lt1"/>
                </a:solidFill>
              </a:rPr>
              <a:t>Remove Value from Set:</a:t>
            </a:r>
            <a:endParaRPr/>
          </a:p>
          <a:p>
            <a:pPr marL="0" lvl="0" indent="0" algn="l" rtl="0">
              <a:lnSpc>
                <a:spcPct val="110000"/>
              </a:lnSpc>
              <a:spcBef>
                <a:spcPts val="1800"/>
              </a:spcBef>
              <a:spcAft>
                <a:spcPts val="0"/>
              </a:spcAft>
              <a:buClr>
                <a:schemeClr val="lt1"/>
              </a:buClr>
              <a:buSzPts val="1800"/>
              <a:buNone/>
            </a:pPr>
            <a:r>
              <a:rPr lang="en-US" sz="1800">
                <a:solidFill>
                  <a:schemeClr val="lt1"/>
                </a:solidFill>
              </a:rPr>
              <a:t>Remove </a:t>
            </a:r>
            <a:r>
              <a:rPr lang="en-US" sz="1800">
                <a:solidFill>
                  <a:schemeClr val="lt1"/>
                </a:solidFill>
                <a:latin typeface="Arial"/>
                <a:ea typeface="Arial"/>
                <a:cs typeface="Arial"/>
                <a:sym typeface="Arial"/>
              </a:rPr>
              <a:t>value from Set: </a:t>
            </a:r>
            <a:endParaRPr sz="1800">
              <a:solidFill>
                <a:schemeClr val="lt1"/>
              </a:solidFill>
              <a:latin typeface="Arial"/>
              <a:ea typeface="Arial"/>
              <a:cs typeface="Arial"/>
              <a:sym typeface="Arial"/>
            </a:endParaRPr>
          </a:p>
          <a:p>
            <a:pPr marL="0" lvl="0" indent="0" algn="l" rtl="0">
              <a:lnSpc>
                <a:spcPct val="110000"/>
              </a:lnSpc>
              <a:spcBef>
                <a:spcPts val="1800"/>
              </a:spcBef>
              <a:spcAft>
                <a:spcPts val="0"/>
              </a:spcAft>
              <a:buClr>
                <a:schemeClr val="lt1"/>
              </a:buClr>
              <a:buSzPts val="1800"/>
              <a:buNone/>
            </a:pPr>
            <a:r>
              <a:rPr lang="en-US" sz="1800">
                <a:solidFill>
                  <a:schemeClr val="lt1"/>
                </a:solidFill>
                <a:latin typeface="Arial"/>
                <a:ea typeface="Arial"/>
                <a:cs typeface="Arial"/>
                <a:sym typeface="Arial"/>
              </a:rPr>
              <a:t>Set-Name.remove(value);</a:t>
            </a:r>
            <a:endParaRPr sz="1800">
              <a:solidFill>
                <a:schemeClr val="lt1"/>
              </a:solidFill>
            </a:endParaRPr>
          </a:p>
        </p:txBody>
      </p:sp>
    </p:spTree>
  </p:cSld>
  <p:clrMapOvr>
    <a:masterClrMapping/>
  </p:clrMapOvr>
</p:sld>
</file>

<file path=ppt/slides/slide17.xml><?xml version="1.0" encoding="utf-8"?>
<p:sld xmlns:a="http://schemas.openxmlformats.org/drawingml/2006/main" xmlns:r="http://schemas.openxmlformats.org/officeDocument/2006/relationships" xmlns:p="http://schemas.openxmlformats.org/presentationml/2006/main">
  <p:cSld>
    <p:spTree>
      <p:nvGrpSpPr>
        <p:cNvPr id="1" name="Shape 237"/>
        <p:cNvGrpSpPr/>
        <p:nvPr/>
      </p:nvGrpSpPr>
      <p:grpSpPr>
        <a:xfrm>
          <a:off x="0" y="0"/>
          <a:ext cx="0" cy="0"/>
          <a:chOff x="0" y="0"/>
          <a:chExt cx="0" cy="0"/>
        </a:xfrm>
      </p:grpSpPr>
      <p:sp>
        <p:nvSpPr>
          <p:cNvPr id="238" name="Google Shape;238;p17"/>
          <p:cNvSpPr txBox="1">
            <a:spLocks noGrp="1"/>
          </p:cNvSpPr>
          <p:nvPr>
            <p:ph type="title"/>
          </p:nvPr>
        </p:nvSpPr>
        <p:spPr>
          <a:xfrm>
            <a:off x="550862" y="549275"/>
            <a:ext cx="11091600" cy="1332000"/>
          </a:xfrm>
          <a:prstGeom prst="rect">
            <a:avLst/>
          </a:prstGeom>
          <a:noFill/>
          <a:ln>
            <a:noFill/>
          </a:ln>
        </p:spPr>
        <p:txBody>
          <a:bodyPr spcFirstLastPara="1" wrap="square" lIns="0" tIns="0" rIns="0" bIns="0" anchor="t" anchorCtr="0">
            <a:normAutofit/>
          </a:bodyPr>
          <a:lstStyle/>
          <a:p>
            <a:pPr marL="0" lvl="0" indent="0" algn="ctr" rtl="0">
              <a:lnSpc>
                <a:spcPct val="100000"/>
              </a:lnSpc>
              <a:spcBef>
                <a:spcPts val="0"/>
              </a:spcBef>
              <a:spcAft>
                <a:spcPts val="0"/>
              </a:spcAft>
              <a:buClr>
                <a:schemeClr val="lt1"/>
              </a:buClr>
              <a:buSzPts val="4800"/>
              <a:buFont typeface="Arial"/>
              <a:buNone/>
            </a:pPr>
            <a:r>
              <a:rPr lang="en-US"/>
              <a:t>Maps</a:t>
            </a:r>
            <a:endParaRPr/>
          </a:p>
          <a:p>
            <a:pPr marL="0" lvl="0" indent="0" algn="ctr" rtl="0">
              <a:lnSpc>
                <a:spcPct val="100000"/>
              </a:lnSpc>
              <a:spcBef>
                <a:spcPts val="0"/>
              </a:spcBef>
              <a:spcAft>
                <a:spcPts val="0"/>
              </a:spcAft>
              <a:buClr>
                <a:schemeClr val="lt1"/>
              </a:buClr>
              <a:buSzPts val="4800"/>
              <a:buFont typeface="Arial"/>
              <a:buNone/>
            </a:pPr>
            <a:endParaRPr/>
          </a:p>
        </p:txBody>
      </p:sp>
      <p:sp>
        <p:nvSpPr>
          <p:cNvPr id="239" name="Google Shape;239;p17"/>
          <p:cNvSpPr txBox="1">
            <a:spLocks noGrp="1"/>
          </p:cNvSpPr>
          <p:nvPr>
            <p:ph type="body" idx="1"/>
          </p:nvPr>
        </p:nvSpPr>
        <p:spPr>
          <a:xfrm>
            <a:off x="550863" y="2113199"/>
            <a:ext cx="11090274" cy="3979625"/>
          </a:xfrm>
          <a:prstGeom prst="rect">
            <a:avLst/>
          </a:prstGeom>
          <a:noFill/>
          <a:ln>
            <a:noFill/>
          </a:ln>
        </p:spPr>
        <p:txBody>
          <a:bodyPr spcFirstLastPara="1" wrap="square" lIns="0" tIns="0" rIns="0" bIns="0" anchor="t" anchorCtr="0">
            <a:normAutofit/>
          </a:bodyPr>
          <a:lstStyle/>
          <a:p>
            <a:pPr marL="228600" lvl="0" indent="-228600" algn="l" rtl="0">
              <a:lnSpc>
                <a:spcPct val="110000"/>
              </a:lnSpc>
              <a:spcBef>
                <a:spcPts val="0"/>
              </a:spcBef>
              <a:spcAft>
                <a:spcPts val="0"/>
              </a:spcAft>
              <a:buClr>
                <a:schemeClr val="lt1"/>
              </a:buClr>
              <a:buSzPts val="1800"/>
              <a:buChar char="•"/>
            </a:pPr>
            <a:r>
              <a:rPr lang="en-US" sz="1800">
                <a:solidFill>
                  <a:schemeClr val="lt1"/>
                </a:solidFill>
                <a:latin typeface="Arial"/>
                <a:ea typeface="Arial"/>
                <a:cs typeface="Arial"/>
                <a:sym typeface="Arial"/>
              </a:rPr>
              <a:t>Syntax: </a:t>
            </a:r>
            <a:endParaRPr>
              <a:solidFill>
                <a:schemeClr val="lt1"/>
              </a:solidFill>
            </a:endParaRPr>
          </a:p>
          <a:p>
            <a:pPr marL="0" lvl="0" indent="0" algn="l" rtl="0">
              <a:lnSpc>
                <a:spcPct val="110000"/>
              </a:lnSpc>
              <a:spcBef>
                <a:spcPts val="1800"/>
              </a:spcBef>
              <a:spcAft>
                <a:spcPts val="0"/>
              </a:spcAft>
              <a:buClr>
                <a:schemeClr val="lt1"/>
              </a:buClr>
              <a:buSzPts val="1800"/>
              <a:buNone/>
            </a:pPr>
            <a:r>
              <a:rPr lang="en-US" sz="1800">
                <a:solidFill>
                  <a:schemeClr val="lt1"/>
                </a:solidFill>
                <a:latin typeface="Arial"/>
                <a:ea typeface="Arial"/>
                <a:cs typeface="Arial"/>
                <a:sym typeface="Arial"/>
              </a:rPr>
              <a:t>Map&lt;data type of unique key, date type of value&gt; Map</a:t>
            </a:r>
            <a:r>
              <a:rPr lang="en-US" sz="1800">
                <a:solidFill>
                  <a:schemeClr val="lt1"/>
                </a:solidFill>
              </a:rPr>
              <a:t>-Name = {key1:value1,key2:value2,key3:value3,….}</a:t>
            </a:r>
            <a:endParaRPr>
              <a:solidFill>
                <a:schemeClr val="lt1"/>
              </a:solidFill>
            </a:endParaRPr>
          </a:p>
          <a:p>
            <a:pPr marL="228600" lvl="0" indent="-228600" algn="l" rtl="0">
              <a:lnSpc>
                <a:spcPct val="110000"/>
              </a:lnSpc>
              <a:spcBef>
                <a:spcPts val="1800"/>
              </a:spcBef>
              <a:spcAft>
                <a:spcPts val="0"/>
              </a:spcAft>
              <a:buClr>
                <a:schemeClr val="lt1"/>
              </a:buClr>
              <a:buSzPts val="1800"/>
              <a:buChar char="•"/>
            </a:pPr>
            <a:r>
              <a:rPr lang="en-US" sz="1800">
                <a:solidFill>
                  <a:schemeClr val="lt1"/>
                </a:solidFill>
              </a:rPr>
              <a:t>Add value to Map:</a:t>
            </a:r>
            <a:endParaRPr>
              <a:solidFill>
                <a:schemeClr val="lt1"/>
              </a:solidFill>
            </a:endParaRPr>
          </a:p>
          <a:p>
            <a:pPr marL="0" lvl="0" indent="0" algn="l" rtl="0">
              <a:lnSpc>
                <a:spcPct val="110000"/>
              </a:lnSpc>
              <a:spcBef>
                <a:spcPts val="1800"/>
              </a:spcBef>
              <a:spcAft>
                <a:spcPts val="0"/>
              </a:spcAft>
              <a:buClr>
                <a:schemeClr val="lt1"/>
              </a:buClr>
              <a:buSzPts val="1800"/>
              <a:buNone/>
            </a:pPr>
            <a:r>
              <a:rPr lang="en-US" sz="1800">
                <a:solidFill>
                  <a:schemeClr val="lt1"/>
                </a:solidFill>
              </a:rPr>
              <a:t>Map-Name[key] = value;</a:t>
            </a:r>
            <a:endParaRPr/>
          </a:p>
          <a:p>
            <a:pPr marL="0" lvl="0" indent="0" algn="l" rtl="0">
              <a:lnSpc>
                <a:spcPct val="110000"/>
              </a:lnSpc>
              <a:spcBef>
                <a:spcPts val="1800"/>
              </a:spcBef>
              <a:spcAft>
                <a:spcPts val="0"/>
              </a:spcAft>
              <a:buClr>
                <a:schemeClr val="lt1"/>
              </a:buClr>
              <a:buSzPts val="1800"/>
              <a:buNone/>
            </a:pPr>
            <a:r>
              <a:rPr lang="en-US" sz="1800">
                <a:solidFill>
                  <a:schemeClr val="lt1"/>
                </a:solidFill>
              </a:rPr>
              <a:t>Remove </a:t>
            </a:r>
            <a:r>
              <a:rPr lang="en-US" sz="1800">
                <a:solidFill>
                  <a:schemeClr val="lt1"/>
                </a:solidFill>
                <a:latin typeface="Arial"/>
                <a:ea typeface="Arial"/>
                <a:cs typeface="Arial"/>
                <a:sym typeface="Arial"/>
              </a:rPr>
              <a:t>value from Map: </a:t>
            </a:r>
            <a:endParaRPr sz="1800">
              <a:solidFill>
                <a:schemeClr val="lt1"/>
              </a:solidFill>
              <a:latin typeface="Arial"/>
              <a:ea typeface="Arial"/>
              <a:cs typeface="Arial"/>
              <a:sym typeface="Arial"/>
            </a:endParaRPr>
          </a:p>
          <a:p>
            <a:pPr marL="0" lvl="0" indent="0" algn="l" rtl="0">
              <a:lnSpc>
                <a:spcPct val="110000"/>
              </a:lnSpc>
              <a:spcBef>
                <a:spcPts val="1800"/>
              </a:spcBef>
              <a:spcAft>
                <a:spcPts val="0"/>
              </a:spcAft>
              <a:buClr>
                <a:schemeClr val="lt1"/>
              </a:buClr>
              <a:buSzPts val="1800"/>
              <a:buNone/>
            </a:pPr>
            <a:r>
              <a:rPr lang="en-US" sz="1800">
                <a:solidFill>
                  <a:schemeClr val="lt1"/>
                </a:solidFill>
                <a:latin typeface="Arial"/>
                <a:ea typeface="Arial"/>
                <a:cs typeface="Arial"/>
                <a:sym typeface="Arial"/>
              </a:rPr>
              <a:t>Map-Name.remove(</a:t>
            </a:r>
            <a:r>
              <a:rPr lang="en-US" sz="1800">
                <a:solidFill>
                  <a:schemeClr val="lt1"/>
                </a:solidFill>
              </a:rPr>
              <a:t>key</a:t>
            </a:r>
            <a:r>
              <a:rPr lang="en-US" sz="1800">
                <a:solidFill>
                  <a:schemeClr val="lt1"/>
                </a:solidFill>
                <a:latin typeface="Arial"/>
                <a:ea typeface="Arial"/>
                <a:cs typeface="Arial"/>
                <a:sym typeface="Arial"/>
              </a:rPr>
              <a:t>);</a:t>
            </a:r>
            <a:endParaRPr>
              <a:solidFill>
                <a:schemeClr val="lt1"/>
              </a:solidFill>
            </a:endParaRPr>
          </a:p>
          <a:p>
            <a:pPr marL="0" lvl="0" indent="0" algn="l" rtl="0">
              <a:lnSpc>
                <a:spcPct val="110000"/>
              </a:lnSpc>
              <a:spcBef>
                <a:spcPts val="1800"/>
              </a:spcBef>
              <a:spcAft>
                <a:spcPts val="0"/>
              </a:spcAft>
              <a:buClr>
                <a:schemeClr val="lt1"/>
              </a:buClr>
              <a:buSzPts val="1800"/>
              <a:buNone/>
            </a:pPr>
            <a:endParaRPr sz="1800">
              <a:solidFill>
                <a:schemeClr val="lt1"/>
              </a:solidFill>
            </a:endParaRPr>
          </a:p>
        </p:txBody>
      </p:sp>
    </p:spTree>
  </p:cSld>
  <p:clrMapOvr>
    <a:masterClrMapping/>
  </p:clrMapOvr>
</p:sld>
</file>

<file path=ppt/slides/slide18.xml><?xml version="1.0" encoding="utf-8"?>
<p:sld xmlns:a="http://schemas.openxmlformats.org/drawingml/2006/main" xmlns:r="http://schemas.openxmlformats.org/officeDocument/2006/relationships" xmlns:p="http://schemas.openxmlformats.org/presentationml/2006/main">
  <p:cSld>
    <p:spTree>
      <p:nvGrpSpPr>
        <p:cNvPr id="1" name="Shape 243"/>
        <p:cNvGrpSpPr/>
        <p:nvPr/>
      </p:nvGrpSpPr>
      <p:grpSpPr>
        <a:xfrm>
          <a:off x="0" y="0"/>
          <a:ext cx="0" cy="0"/>
          <a:chOff x="0" y="0"/>
          <a:chExt cx="0" cy="0"/>
        </a:xfrm>
      </p:grpSpPr>
      <p:sp>
        <p:nvSpPr>
          <p:cNvPr id="244" name="Google Shape;244;p18"/>
          <p:cNvSpPr txBox="1">
            <a:spLocks noGrp="1"/>
          </p:cNvSpPr>
          <p:nvPr>
            <p:ph type="title"/>
          </p:nvPr>
        </p:nvSpPr>
        <p:spPr>
          <a:xfrm>
            <a:off x="550862" y="549275"/>
            <a:ext cx="11091600" cy="1332000"/>
          </a:xfrm>
          <a:prstGeom prst="rect">
            <a:avLst/>
          </a:prstGeom>
          <a:noFill/>
          <a:ln>
            <a:noFill/>
          </a:ln>
        </p:spPr>
        <p:txBody>
          <a:bodyPr spcFirstLastPara="1" wrap="square" lIns="0" tIns="0" rIns="0" bIns="0" anchor="t" anchorCtr="0">
            <a:normAutofit/>
          </a:bodyPr>
          <a:lstStyle/>
          <a:p>
            <a:pPr marL="0" lvl="0" indent="0" algn="ctr" rtl="0">
              <a:lnSpc>
                <a:spcPct val="100000"/>
              </a:lnSpc>
              <a:spcBef>
                <a:spcPts val="0"/>
              </a:spcBef>
              <a:spcAft>
                <a:spcPts val="0"/>
              </a:spcAft>
              <a:buClr>
                <a:schemeClr val="lt1"/>
              </a:buClr>
              <a:buSzPts val="4800"/>
              <a:buFont typeface="Arial"/>
              <a:buNone/>
            </a:pPr>
            <a:r>
              <a:rPr lang="en-US"/>
              <a:t>Dot operator</a:t>
            </a:r>
            <a:endParaRPr/>
          </a:p>
          <a:p>
            <a:pPr marL="0" lvl="0" indent="0" algn="ctr" rtl="0">
              <a:lnSpc>
                <a:spcPct val="100000"/>
              </a:lnSpc>
              <a:spcBef>
                <a:spcPts val="0"/>
              </a:spcBef>
              <a:spcAft>
                <a:spcPts val="0"/>
              </a:spcAft>
              <a:buClr>
                <a:schemeClr val="lt1"/>
              </a:buClr>
              <a:buSzPts val="4800"/>
              <a:buFont typeface="Arial"/>
              <a:buNone/>
            </a:pPr>
            <a:endParaRPr/>
          </a:p>
        </p:txBody>
      </p:sp>
      <p:sp>
        <p:nvSpPr>
          <p:cNvPr id="245" name="Google Shape;245;p18"/>
          <p:cNvSpPr txBox="1">
            <a:spLocks noGrp="1"/>
          </p:cNvSpPr>
          <p:nvPr>
            <p:ph type="body" idx="1"/>
          </p:nvPr>
        </p:nvSpPr>
        <p:spPr>
          <a:xfrm>
            <a:off x="550863" y="2113199"/>
            <a:ext cx="11090274" cy="3979625"/>
          </a:xfrm>
          <a:prstGeom prst="rect">
            <a:avLst/>
          </a:prstGeom>
          <a:noFill/>
          <a:ln>
            <a:noFill/>
          </a:ln>
        </p:spPr>
        <p:txBody>
          <a:bodyPr spcFirstLastPara="1" wrap="square" lIns="0" tIns="0" rIns="0" bIns="0" anchor="t" anchorCtr="0">
            <a:normAutofit/>
          </a:bodyPr>
          <a:lstStyle/>
          <a:p>
            <a:pPr marL="228600" lvl="0" indent="-228600" algn="l" rtl="0">
              <a:lnSpc>
                <a:spcPct val="110000"/>
              </a:lnSpc>
              <a:spcBef>
                <a:spcPts val="0"/>
              </a:spcBef>
              <a:spcAft>
                <a:spcPts val="0"/>
              </a:spcAft>
              <a:buClr>
                <a:srgbClr val="FFFFFF"/>
              </a:buClr>
              <a:buSzPts val="2800"/>
              <a:buChar char="•"/>
            </a:pPr>
            <a:r>
              <a:rPr lang="en-US" sz="2800">
                <a:solidFill>
                  <a:srgbClr val="FFFFFF"/>
                </a:solidFill>
              </a:rPr>
              <a:t>The dot operator (.) can also be used with certain objects or types to access predefined properties or methods that are available for those objects or types. These properties and methods are part of the Dart language or standard libraries and are already imported.</a:t>
            </a:r>
            <a:endParaRPr/>
          </a:p>
          <a:p>
            <a:pPr marL="228600" lvl="0" indent="-139700" algn="l" rtl="0">
              <a:lnSpc>
                <a:spcPct val="110000"/>
              </a:lnSpc>
              <a:spcBef>
                <a:spcPts val="1800"/>
              </a:spcBef>
              <a:spcAft>
                <a:spcPts val="0"/>
              </a:spcAft>
              <a:buClr>
                <a:schemeClr val="lt1"/>
              </a:buClr>
              <a:buSzPts val="1400"/>
              <a:buNone/>
            </a:pPr>
            <a:endParaRPr sz="1400">
              <a:solidFill>
                <a:srgbClr val="FFFFFF"/>
              </a:solidFill>
              <a:latin typeface="Arial"/>
              <a:ea typeface="Arial"/>
              <a:cs typeface="Arial"/>
              <a:sym typeface="Arial"/>
            </a:endParaRPr>
          </a:p>
          <a:p>
            <a:pPr marL="228600" lvl="0" indent="-139700" algn="l" rtl="0">
              <a:lnSpc>
                <a:spcPct val="110000"/>
              </a:lnSpc>
              <a:spcBef>
                <a:spcPts val="1800"/>
              </a:spcBef>
              <a:spcAft>
                <a:spcPts val="0"/>
              </a:spcAft>
              <a:buClr>
                <a:schemeClr val="lt1"/>
              </a:buClr>
              <a:buSzPts val="1400"/>
              <a:buNone/>
            </a:pPr>
            <a:endParaRPr sz="1400">
              <a:solidFill>
                <a:srgbClr val="FFFFFF"/>
              </a:solidFill>
              <a:latin typeface="Arial"/>
              <a:ea typeface="Arial"/>
              <a:cs typeface="Arial"/>
              <a:sym typeface="Arial"/>
            </a:endParaRPr>
          </a:p>
        </p:txBody>
      </p:sp>
    </p:spTree>
  </p:cSld>
  <p:clrMapOvr>
    <a:masterClrMapping/>
  </p:clrMapOvr>
</p:sld>
</file>

<file path=ppt/slides/slide19.xml><?xml version="1.0" encoding="utf-8"?>
<p:sld xmlns:a="http://schemas.openxmlformats.org/drawingml/2006/main" xmlns:r="http://schemas.openxmlformats.org/officeDocument/2006/relationships" xmlns:p="http://schemas.openxmlformats.org/presentationml/2006/main">
  <p:cSld>
    <p:spTree>
      <p:nvGrpSpPr>
        <p:cNvPr id="1" name="Shape 249"/>
        <p:cNvGrpSpPr/>
        <p:nvPr/>
      </p:nvGrpSpPr>
      <p:grpSpPr>
        <a:xfrm>
          <a:off x="0" y="0"/>
          <a:ext cx="0" cy="0"/>
          <a:chOff x="0" y="0"/>
          <a:chExt cx="0" cy="0"/>
        </a:xfrm>
      </p:grpSpPr>
      <p:sp>
        <p:nvSpPr>
          <p:cNvPr id="250" name="Google Shape;250;p19"/>
          <p:cNvSpPr txBox="1">
            <a:spLocks noGrp="1"/>
          </p:cNvSpPr>
          <p:nvPr>
            <p:ph type="title"/>
          </p:nvPr>
        </p:nvSpPr>
        <p:spPr>
          <a:xfrm>
            <a:off x="550862" y="549275"/>
            <a:ext cx="11091600" cy="1332000"/>
          </a:xfrm>
          <a:prstGeom prst="rect">
            <a:avLst/>
          </a:prstGeom>
          <a:noFill/>
          <a:ln>
            <a:noFill/>
          </a:ln>
        </p:spPr>
        <p:txBody>
          <a:bodyPr spcFirstLastPara="1" wrap="square" lIns="0" tIns="0" rIns="0" bIns="0" anchor="t" anchorCtr="0">
            <a:normAutofit/>
          </a:bodyPr>
          <a:lstStyle/>
          <a:p>
            <a:pPr marL="0" lvl="0" indent="0" algn="ctr" rtl="0">
              <a:lnSpc>
                <a:spcPct val="100000"/>
              </a:lnSpc>
              <a:spcBef>
                <a:spcPts val="0"/>
              </a:spcBef>
              <a:spcAft>
                <a:spcPts val="0"/>
              </a:spcAft>
              <a:buClr>
                <a:schemeClr val="lt1"/>
              </a:buClr>
              <a:buSzPts val="4800"/>
              <a:buFont typeface="Arial"/>
              <a:buNone/>
            </a:pPr>
            <a:r>
              <a:rPr lang="en-US"/>
              <a:t>Comparison operators</a:t>
            </a:r>
            <a:endParaRPr/>
          </a:p>
          <a:p>
            <a:pPr marL="0" lvl="0" indent="0" algn="ctr" rtl="0">
              <a:lnSpc>
                <a:spcPct val="100000"/>
              </a:lnSpc>
              <a:spcBef>
                <a:spcPts val="0"/>
              </a:spcBef>
              <a:spcAft>
                <a:spcPts val="0"/>
              </a:spcAft>
              <a:buClr>
                <a:schemeClr val="lt1"/>
              </a:buClr>
              <a:buSzPts val="4800"/>
              <a:buFont typeface="Arial"/>
              <a:buNone/>
            </a:pPr>
            <a:endParaRPr/>
          </a:p>
        </p:txBody>
      </p:sp>
      <p:sp>
        <p:nvSpPr>
          <p:cNvPr id="251" name="Google Shape;251;p19"/>
          <p:cNvSpPr txBox="1">
            <a:spLocks noGrp="1"/>
          </p:cNvSpPr>
          <p:nvPr>
            <p:ph type="body" idx="1"/>
          </p:nvPr>
        </p:nvSpPr>
        <p:spPr>
          <a:xfrm>
            <a:off x="550863" y="1455108"/>
            <a:ext cx="11090274" cy="5064897"/>
          </a:xfrm>
          <a:prstGeom prst="rect">
            <a:avLst/>
          </a:prstGeom>
          <a:noFill/>
          <a:ln>
            <a:noFill/>
          </a:ln>
        </p:spPr>
        <p:txBody>
          <a:bodyPr spcFirstLastPara="1" wrap="square" lIns="0" tIns="0" rIns="0" bIns="0" anchor="t" anchorCtr="0">
            <a:normAutofit/>
          </a:bodyPr>
          <a:lstStyle/>
          <a:p>
            <a:pPr marL="228600" lvl="0" indent="-228600" algn="l" rtl="0">
              <a:lnSpc>
                <a:spcPct val="110000"/>
              </a:lnSpc>
              <a:spcBef>
                <a:spcPts val="0"/>
              </a:spcBef>
              <a:spcAft>
                <a:spcPts val="0"/>
              </a:spcAft>
              <a:buClr>
                <a:srgbClr val="FFFFFF"/>
              </a:buClr>
              <a:buSzPts val="1600"/>
              <a:buChar char="•"/>
            </a:pPr>
            <a:r>
              <a:rPr lang="en-US" sz="1600">
                <a:solidFill>
                  <a:srgbClr val="FFFFFF"/>
                </a:solidFill>
              </a:rPr>
              <a:t>Equality (==): Checks if two values are equal.   (=)</a:t>
            </a:r>
            <a:br>
              <a:rPr lang="en-US" sz="1600"/>
            </a:br>
            <a:r>
              <a:rPr lang="en-US" sz="1600">
                <a:solidFill>
                  <a:srgbClr val="FFFFFF"/>
                </a:solidFill>
              </a:rPr>
              <a:t>Example: 5 == 5 (returns true)</a:t>
            </a:r>
            <a:endParaRPr sz="1600">
              <a:solidFill>
                <a:srgbClr val="A5A5A5"/>
              </a:solidFill>
              <a:latin typeface="Arial"/>
              <a:ea typeface="Arial"/>
              <a:cs typeface="Arial"/>
              <a:sym typeface="Arial"/>
            </a:endParaRPr>
          </a:p>
          <a:p>
            <a:pPr marL="228600" lvl="0" indent="-228600" algn="l" rtl="0">
              <a:lnSpc>
                <a:spcPct val="110000"/>
              </a:lnSpc>
              <a:spcBef>
                <a:spcPts val="1800"/>
              </a:spcBef>
              <a:spcAft>
                <a:spcPts val="0"/>
              </a:spcAft>
              <a:buClr>
                <a:srgbClr val="FFFFFF"/>
              </a:buClr>
              <a:buSzPts val="1600"/>
              <a:buChar char="•"/>
            </a:pPr>
            <a:r>
              <a:rPr lang="en-US" sz="1600">
                <a:solidFill>
                  <a:srgbClr val="FFFFFF"/>
                </a:solidFill>
              </a:rPr>
              <a:t>Inequality (!=): Checks if two values are not equal. (</a:t>
            </a:r>
            <a:r>
              <a:rPr lang="en-US" sz="2400">
                <a:solidFill>
                  <a:srgbClr val="FFFFFF"/>
                </a:solidFill>
                <a:latin typeface="Arial"/>
                <a:ea typeface="Arial"/>
                <a:cs typeface="Arial"/>
                <a:sym typeface="Arial"/>
              </a:rPr>
              <a:t>≠</a:t>
            </a:r>
            <a:r>
              <a:rPr lang="en-US" sz="1600">
                <a:solidFill>
                  <a:srgbClr val="FFFFFF"/>
                </a:solidFill>
              </a:rPr>
              <a:t>)</a:t>
            </a:r>
            <a:br>
              <a:rPr lang="en-US" sz="1600"/>
            </a:br>
            <a:r>
              <a:rPr lang="en-US" sz="1600">
                <a:solidFill>
                  <a:srgbClr val="FFFFFF"/>
                </a:solidFill>
              </a:rPr>
              <a:t>Example: 5 != 3 (returns true)</a:t>
            </a:r>
            <a:endParaRPr sz="1600">
              <a:solidFill>
                <a:srgbClr val="FFFFFF"/>
              </a:solidFill>
            </a:endParaRPr>
          </a:p>
          <a:p>
            <a:pPr marL="228600" lvl="0" indent="-228600" algn="l" rtl="0">
              <a:lnSpc>
                <a:spcPct val="110000"/>
              </a:lnSpc>
              <a:spcBef>
                <a:spcPts val="1800"/>
              </a:spcBef>
              <a:spcAft>
                <a:spcPts val="0"/>
              </a:spcAft>
              <a:buClr>
                <a:srgbClr val="FFFFFF"/>
              </a:buClr>
              <a:buSzPts val="1600"/>
              <a:buChar char="•"/>
            </a:pPr>
            <a:r>
              <a:rPr lang="en-US" sz="1600">
                <a:solidFill>
                  <a:srgbClr val="FFFFFF"/>
                </a:solidFill>
              </a:rPr>
              <a:t>Greater than (&gt;): Checks if the left operand is greater than the right operand. </a:t>
            </a:r>
            <a:br>
              <a:rPr lang="en-US" sz="1600"/>
            </a:br>
            <a:r>
              <a:rPr lang="en-US" sz="1600">
                <a:solidFill>
                  <a:srgbClr val="FFFFFF"/>
                </a:solidFill>
              </a:rPr>
              <a:t>Example: 5 &gt; 3 (returns true)</a:t>
            </a:r>
            <a:endParaRPr sz="1600">
              <a:solidFill>
                <a:srgbClr val="FFFFFF"/>
              </a:solidFill>
            </a:endParaRPr>
          </a:p>
          <a:p>
            <a:pPr marL="228600" lvl="0" indent="-228600" algn="l" rtl="0">
              <a:lnSpc>
                <a:spcPct val="110000"/>
              </a:lnSpc>
              <a:spcBef>
                <a:spcPts val="1800"/>
              </a:spcBef>
              <a:spcAft>
                <a:spcPts val="0"/>
              </a:spcAft>
              <a:buClr>
                <a:srgbClr val="FFFFFF"/>
              </a:buClr>
              <a:buSzPts val="1600"/>
              <a:buChar char="•"/>
            </a:pPr>
            <a:r>
              <a:rPr lang="en-US" sz="1600">
                <a:solidFill>
                  <a:srgbClr val="FFFFFF"/>
                </a:solidFill>
              </a:rPr>
              <a:t>Less than (&lt;): Checks if the left operand is less than the right operand. </a:t>
            </a:r>
            <a:br>
              <a:rPr lang="en-US" sz="1600"/>
            </a:br>
            <a:r>
              <a:rPr lang="en-US" sz="1600">
                <a:solidFill>
                  <a:srgbClr val="FFFFFF"/>
                </a:solidFill>
              </a:rPr>
              <a:t>Example: 5 &lt; 3 (returns false)</a:t>
            </a:r>
            <a:endParaRPr sz="1600">
              <a:solidFill>
                <a:srgbClr val="FFFFFF"/>
              </a:solidFill>
            </a:endParaRPr>
          </a:p>
          <a:p>
            <a:pPr marL="228600" lvl="0" indent="-228600" algn="l" rtl="0">
              <a:lnSpc>
                <a:spcPct val="110000"/>
              </a:lnSpc>
              <a:spcBef>
                <a:spcPts val="1800"/>
              </a:spcBef>
              <a:spcAft>
                <a:spcPts val="0"/>
              </a:spcAft>
              <a:buClr>
                <a:srgbClr val="FFFFFF"/>
              </a:buClr>
              <a:buSzPts val="1600"/>
              <a:buChar char="•"/>
            </a:pPr>
            <a:r>
              <a:rPr lang="en-US" sz="1600">
                <a:solidFill>
                  <a:srgbClr val="FFFFFF"/>
                </a:solidFill>
              </a:rPr>
              <a:t>Greater than or equal to (&gt;=): Checks if the left operand is greater than or equal to the right operand.  (</a:t>
            </a:r>
            <a:r>
              <a:rPr lang="en-US" sz="1500">
                <a:solidFill>
                  <a:srgbClr val="E2EEFF"/>
                </a:solidFill>
                <a:latin typeface="Arial"/>
                <a:ea typeface="Arial"/>
                <a:cs typeface="Arial"/>
                <a:sym typeface="Arial"/>
              </a:rPr>
              <a:t>≥</a:t>
            </a:r>
            <a:r>
              <a:rPr lang="en-US" sz="1500">
                <a:solidFill>
                  <a:srgbClr val="E8EAED"/>
                </a:solidFill>
              </a:rPr>
              <a:t> </a:t>
            </a:r>
            <a:r>
              <a:rPr lang="en-US" sz="1600">
                <a:solidFill>
                  <a:srgbClr val="FFFFFF"/>
                </a:solidFill>
              </a:rPr>
              <a:t>)</a:t>
            </a:r>
            <a:br>
              <a:rPr lang="en-US" sz="1600"/>
            </a:br>
            <a:r>
              <a:rPr lang="en-US" sz="1600">
                <a:solidFill>
                  <a:srgbClr val="FFFFFF"/>
                </a:solidFill>
              </a:rPr>
              <a:t>Example: 5 &gt;= 5 (returns true) </a:t>
            </a:r>
            <a:endParaRPr sz="1600">
              <a:solidFill>
                <a:srgbClr val="FFFFFF"/>
              </a:solidFill>
            </a:endParaRPr>
          </a:p>
          <a:p>
            <a:pPr marL="228600" lvl="0" indent="-228600" algn="l" rtl="0">
              <a:lnSpc>
                <a:spcPct val="110000"/>
              </a:lnSpc>
              <a:spcBef>
                <a:spcPts val="1800"/>
              </a:spcBef>
              <a:spcAft>
                <a:spcPts val="0"/>
              </a:spcAft>
              <a:buClr>
                <a:srgbClr val="FFFFFF"/>
              </a:buClr>
              <a:buSzPts val="1600"/>
              <a:buChar char="•"/>
            </a:pPr>
            <a:r>
              <a:rPr lang="en-US" sz="1600">
                <a:solidFill>
                  <a:srgbClr val="FFFFFF"/>
                </a:solidFill>
              </a:rPr>
              <a:t>Less than or equal to (&lt;=): Checks if the left operand is less than or equal to the right operand. (</a:t>
            </a:r>
            <a:r>
              <a:rPr lang="en-US" sz="2400">
                <a:solidFill>
                  <a:srgbClr val="E8EAED"/>
                </a:solidFill>
                <a:latin typeface="Arial"/>
                <a:ea typeface="Arial"/>
                <a:cs typeface="Arial"/>
                <a:sym typeface="Arial"/>
              </a:rPr>
              <a:t>≤</a:t>
            </a:r>
            <a:r>
              <a:rPr lang="en-US" sz="1600">
                <a:solidFill>
                  <a:srgbClr val="FFFFFF"/>
                </a:solidFill>
              </a:rPr>
              <a:t>)</a:t>
            </a:r>
            <a:br>
              <a:rPr lang="en-US" sz="1600"/>
            </a:br>
            <a:r>
              <a:rPr lang="en-US" sz="1600">
                <a:solidFill>
                  <a:srgbClr val="FFFFFF"/>
                </a:solidFill>
              </a:rPr>
              <a:t>Example: 5 &lt;= 3 (returns false)</a:t>
            </a:r>
            <a:endParaRPr sz="1600">
              <a:solidFill>
                <a:srgbClr val="FFFFFF"/>
              </a:solidFill>
            </a:endParaRPr>
          </a:p>
          <a:p>
            <a:pPr marL="228600" lvl="0" indent="-114300" algn="l" rtl="0">
              <a:lnSpc>
                <a:spcPct val="110000"/>
              </a:lnSpc>
              <a:spcBef>
                <a:spcPts val="1800"/>
              </a:spcBef>
              <a:spcAft>
                <a:spcPts val="0"/>
              </a:spcAft>
              <a:buClr>
                <a:schemeClr val="lt1"/>
              </a:buClr>
              <a:buSzPts val="1800"/>
              <a:buNone/>
            </a:pPr>
            <a:endParaRPr sz="1800">
              <a:solidFill>
                <a:srgbClr val="A5A5A5"/>
              </a:solidFill>
              <a:latin typeface="Arial"/>
              <a:ea typeface="Arial"/>
              <a:cs typeface="Arial"/>
              <a:sym typeface="Arial"/>
            </a:endParaRPr>
          </a:p>
        </p:txBody>
      </p:sp>
    </p:spTree>
  </p:cSld>
  <p:clrMapOvr>
    <a:masterClrMapping/>
  </p:clrMapOvr>
</p:sld>
</file>

<file path=ppt/slides/slide20.xml><?xml version="1.0" encoding="utf-8"?>
<p:sld xmlns:a="http://schemas.openxmlformats.org/drawingml/2006/main" xmlns:r="http://schemas.openxmlformats.org/officeDocument/2006/relationships" xmlns:p="http://schemas.openxmlformats.org/presentationml/2006/main">
  <p:cSld>
    <p:spTree>
      <p:nvGrpSpPr>
        <p:cNvPr id="1" name="Shape 255"/>
        <p:cNvGrpSpPr/>
        <p:nvPr/>
      </p:nvGrpSpPr>
      <p:grpSpPr>
        <a:xfrm>
          <a:off x="0" y="0"/>
          <a:ext cx="0" cy="0"/>
          <a:chOff x="0" y="0"/>
          <a:chExt cx="0" cy="0"/>
        </a:xfrm>
      </p:grpSpPr>
      <p:sp>
        <p:nvSpPr>
          <p:cNvPr id="256" name="Google Shape;256;p20"/>
          <p:cNvSpPr txBox="1">
            <a:spLocks noGrp="1"/>
          </p:cNvSpPr>
          <p:nvPr>
            <p:ph type="title"/>
          </p:nvPr>
        </p:nvSpPr>
        <p:spPr>
          <a:xfrm>
            <a:off x="550862" y="549275"/>
            <a:ext cx="11091600" cy="1332000"/>
          </a:xfrm>
          <a:prstGeom prst="rect">
            <a:avLst/>
          </a:prstGeom>
          <a:noFill/>
          <a:ln>
            <a:noFill/>
          </a:ln>
        </p:spPr>
        <p:txBody>
          <a:bodyPr spcFirstLastPara="1" wrap="square" lIns="0" tIns="0" rIns="0" bIns="0" anchor="t" anchorCtr="0">
            <a:normAutofit/>
          </a:bodyPr>
          <a:lstStyle/>
          <a:p>
            <a:pPr marL="0" lvl="0" indent="0" algn="ctr" rtl="0">
              <a:lnSpc>
                <a:spcPct val="100000"/>
              </a:lnSpc>
              <a:spcBef>
                <a:spcPts val="0"/>
              </a:spcBef>
              <a:spcAft>
                <a:spcPts val="0"/>
              </a:spcAft>
              <a:buClr>
                <a:schemeClr val="lt1"/>
              </a:buClr>
              <a:buSzPts val="4800"/>
              <a:buFont typeface="Arial"/>
              <a:buNone/>
            </a:pPr>
            <a:r>
              <a:rPr lang="en-US"/>
              <a:t>Task 2</a:t>
            </a:r>
            <a:endParaRPr/>
          </a:p>
        </p:txBody>
      </p:sp>
      <p:sp>
        <p:nvSpPr>
          <p:cNvPr id="257" name="Google Shape;257;p20"/>
          <p:cNvSpPr txBox="1">
            <a:spLocks noGrp="1"/>
          </p:cNvSpPr>
          <p:nvPr>
            <p:ph type="body" idx="1"/>
          </p:nvPr>
        </p:nvSpPr>
        <p:spPr>
          <a:xfrm>
            <a:off x="550863" y="1630242"/>
            <a:ext cx="11090274" cy="4859679"/>
          </a:xfrm>
          <a:prstGeom prst="rect">
            <a:avLst/>
          </a:prstGeom>
          <a:noFill/>
          <a:ln>
            <a:noFill/>
          </a:ln>
        </p:spPr>
        <p:txBody>
          <a:bodyPr spcFirstLastPara="1" wrap="square" lIns="0" tIns="0" rIns="0" bIns="0" anchor="t" anchorCtr="0">
            <a:normAutofit/>
          </a:bodyPr>
          <a:lstStyle/>
          <a:p>
            <a:pPr marL="228600" lvl="0" indent="-228600" algn="l" rtl="0">
              <a:lnSpc>
                <a:spcPct val="110000"/>
              </a:lnSpc>
              <a:spcBef>
                <a:spcPts val="0"/>
              </a:spcBef>
              <a:spcAft>
                <a:spcPts val="0"/>
              </a:spcAft>
              <a:buClr>
                <a:schemeClr val="lt1"/>
              </a:buClr>
              <a:buSzPts val="1600"/>
              <a:buChar char="•"/>
            </a:pPr>
            <a:r>
              <a:rPr lang="en-US" sz="1600">
                <a:solidFill>
                  <a:schemeClr val="lt1"/>
                </a:solidFill>
                <a:latin typeface="Arial"/>
                <a:ea typeface="Arial"/>
                <a:cs typeface="Arial"/>
                <a:sym typeface="Arial"/>
              </a:rPr>
              <a:t>Create a list called "fruits" and add the following fruits to it: "apple", "banana", "orange". - Print out the second fruit in the list.</a:t>
            </a:r>
            <a:endParaRPr/>
          </a:p>
          <a:p>
            <a:pPr marL="228600" lvl="0" indent="-228600" algn="l" rtl="0">
              <a:lnSpc>
                <a:spcPct val="110000"/>
              </a:lnSpc>
              <a:spcBef>
                <a:spcPts val="1800"/>
              </a:spcBef>
              <a:spcAft>
                <a:spcPts val="0"/>
              </a:spcAft>
              <a:buClr>
                <a:schemeClr val="lt1"/>
              </a:buClr>
              <a:buSzPts val="1600"/>
              <a:buChar char="•"/>
            </a:pPr>
            <a:r>
              <a:rPr lang="en-US" sz="1600">
                <a:solidFill>
                  <a:schemeClr val="lt1"/>
                </a:solidFill>
                <a:latin typeface="Arial"/>
                <a:ea typeface="Arial"/>
                <a:cs typeface="Arial"/>
                <a:sym typeface="Arial"/>
              </a:rPr>
              <a:t>Create a set called "countries" and add the following countries to it: "USA", "Canada", "Mexico".  - print out the result.</a:t>
            </a:r>
            <a:endParaRPr/>
          </a:p>
          <a:p>
            <a:pPr marL="228600" lvl="0" indent="-228600" algn="l" rtl="0">
              <a:lnSpc>
                <a:spcPct val="110000"/>
              </a:lnSpc>
              <a:spcBef>
                <a:spcPts val="1800"/>
              </a:spcBef>
              <a:spcAft>
                <a:spcPts val="0"/>
              </a:spcAft>
              <a:buClr>
                <a:schemeClr val="lt1"/>
              </a:buClr>
              <a:buSzPts val="1600"/>
              <a:buChar char="•"/>
            </a:pPr>
            <a:r>
              <a:rPr lang="en-US" sz="1600">
                <a:solidFill>
                  <a:schemeClr val="lt1"/>
                </a:solidFill>
                <a:latin typeface="Arial"/>
                <a:ea typeface="Arial"/>
                <a:cs typeface="Arial"/>
                <a:sym typeface="Arial"/>
              </a:rPr>
              <a:t>Create a map called "person" and add the following key-value pairs to it:</a:t>
            </a:r>
            <a:br>
              <a:rPr lang="en-US" sz="1600">
                <a:solidFill>
                  <a:schemeClr val="lt1"/>
                </a:solidFill>
                <a:latin typeface="Arial"/>
                <a:ea typeface="Arial"/>
                <a:cs typeface="Arial"/>
                <a:sym typeface="Arial"/>
              </a:rPr>
            </a:br>
            <a:r>
              <a:rPr lang="en-US" sz="1600">
                <a:solidFill>
                  <a:schemeClr val="lt1"/>
                </a:solidFill>
                <a:latin typeface="Arial"/>
                <a:ea typeface="Arial"/>
                <a:cs typeface="Arial"/>
                <a:sym typeface="Arial"/>
              </a:rPr>
              <a:t>a. Key: "name", Value: your name.</a:t>
            </a:r>
            <a:br>
              <a:rPr lang="en-US" sz="1600">
                <a:solidFill>
                  <a:schemeClr val="lt1"/>
                </a:solidFill>
                <a:latin typeface="Arial"/>
                <a:ea typeface="Arial"/>
                <a:cs typeface="Arial"/>
                <a:sym typeface="Arial"/>
              </a:rPr>
            </a:br>
            <a:r>
              <a:rPr lang="en-US" sz="1600">
                <a:solidFill>
                  <a:schemeClr val="lt1"/>
                </a:solidFill>
                <a:latin typeface="Arial"/>
                <a:ea typeface="Arial"/>
                <a:cs typeface="Arial"/>
                <a:sym typeface="Arial"/>
              </a:rPr>
              <a:t>b. Key: "age", Value: your age.</a:t>
            </a:r>
            <a:br>
              <a:rPr lang="en-US" sz="1600">
                <a:solidFill>
                  <a:schemeClr val="lt1"/>
                </a:solidFill>
                <a:latin typeface="Arial"/>
                <a:ea typeface="Arial"/>
                <a:cs typeface="Arial"/>
                <a:sym typeface="Arial"/>
              </a:rPr>
            </a:br>
            <a:r>
              <a:rPr lang="en-US" sz="1600">
                <a:solidFill>
                  <a:schemeClr val="lt1"/>
                </a:solidFill>
                <a:latin typeface="Arial"/>
                <a:ea typeface="Arial"/>
                <a:cs typeface="Arial"/>
                <a:sym typeface="Arial"/>
              </a:rPr>
              <a:t>c. Key: "country", Value: your country of residence. </a:t>
            </a:r>
            <a:endParaRPr/>
          </a:p>
          <a:p>
            <a:pPr marL="228600" lvl="0" indent="-228600" algn="l" rtl="0">
              <a:lnSpc>
                <a:spcPct val="110000"/>
              </a:lnSpc>
              <a:spcBef>
                <a:spcPts val="1800"/>
              </a:spcBef>
              <a:spcAft>
                <a:spcPts val="0"/>
              </a:spcAft>
              <a:buClr>
                <a:schemeClr val="lt1"/>
              </a:buClr>
              <a:buSzPts val="1600"/>
              <a:buChar char="•"/>
            </a:pPr>
            <a:r>
              <a:rPr lang="en-US" sz="1600">
                <a:solidFill>
                  <a:schemeClr val="lt1"/>
                </a:solidFill>
                <a:latin typeface="Arial"/>
                <a:ea typeface="Arial"/>
                <a:cs typeface="Arial"/>
                <a:sym typeface="Arial"/>
              </a:rPr>
              <a:t>-Print out the value associated with the key "age" in the "person" map.</a:t>
            </a:r>
            <a:endParaRPr/>
          </a:p>
          <a:p>
            <a:pPr marL="228600" lvl="0" indent="-228600" algn="l" rtl="0">
              <a:lnSpc>
                <a:spcPct val="110000"/>
              </a:lnSpc>
              <a:spcBef>
                <a:spcPts val="1800"/>
              </a:spcBef>
              <a:spcAft>
                <a:spcPts val="0"/>
              </a:spcAft>
              <a:buClr>
                <a:schemeClr val="lt1"/>
              </a:buClr>
              <a:buSzPts val="1600"/>
              <a:buChar char="•"/>
            </a:pPr>
            <a:r>
              <a:rPr lang="en-US" sz="1600">
                <a:solidFill>
                  <a:schemeClr val="lt1"/>
                </a:solidFill>
                <a:latin typeface="Arial"/>
                <a:ea typeface="Arial"/>
                <a:cs typeface="Arial"/>
                <a:sym typeface="Arial"/>
              </a:rPr>
              <a:t>Create a List of int and print using comparison operators (=,&lt;,&gt;,!= ,&gt;=,&lt;=)</a:t>
            </a:r>
            <a:endParaRPr/>
          </a:p>
          <a:p>
            <a:pPr marL="228600" lvl="0" indent="-228600" algn="l" rtl="0">
              <a:lnSpc>
                <a:spcPct val="110000"/>
              </a:lnSpc>
              <a:spcBef>
                <a:spcPts val="1800"/>
              </a:spcBef>
              <a:spcAft>
                <a:spcPts val="0"/>
              </a:spcAft>
              <a:buClr>
                <a:schemeClr val="lt1"/>
              </a:buClr>
              <a:buSzPts val="1600"/>
              <a:buChar char="•"/>
            </a:pPr>
            <a:r>
              <a:rPr lang="en-US" sz="1600">
                <a:solidFill>
                  <a:schemeClr val="lt1"/>
                </a:solidFill>
                <a:latin typeface="Arial"/>
                <a:ea typeface="Arial"/>
                <a:cs typeface="Arial"/>
                <a:sym typeface="Arial"/>
              </a:rPr>
              <a:t>Create a set of double and print using comparison operators (=,&lt;,&gt;,!= ,&gt;=,&lt;=)</a:t>
            </a:r>
            <a:endParaRPr/>
          </a:p>
          <a:p>
            <a:pPr marL="228600" lvl="0" indent="-228600" algn="l" rtl="0">
              <a:lnSpc>
                <a:spcPct val="110000"/>
              </a:lnSpc>
              <a:spcBef>
                <a:spcPts val="1800"/>
              </a:spcBef>
              <a:spcAft>
                <a:spcPts val="0"/>
              </a:spcAft>
              <a:buClr>
                <a:schemeClr val="lt1"/>
              </a:buClr>
              <a:buSzPts val="1600"/>
              <a:buChar char="•"/>
            </a:pPr>
            <a:r>
              <a:rPr lang="en-US" sz="1600">
                <a:solidFill>
                  <a:schemeClr val="lt1"/>
                </a:solidFill>
                <a:latin typeface="Arial"/>
                <a:ea typeface="Arial"/>
                <a:cs typeface="Arial"/>
                <a:sym typeface="Arial"/>
              </a:rPr>
              <a:t>Create a Map key (int) value (dynamic) and print using comparison operators (=,&lt;,&gt;,!= ,&gt;=,&lt;=)</a:t>
            </a:r>
            <a:endParaRPr/>
          </a:p>
          <a:p>
            <a:pPr marL="228600" lvl="0" indent="-127000" algn="l" rtl="0">
              <a:lnSpc>
                <a:spcPct val="110000"/>
              </a:lnSpc>
              <a:spcBef>
                <a:spcPts val="1800"/>
              </a:spcBef>
              <a:spcAft>
                <a:spcPts val="0"/>
              </a:spcAft>
              <a:buClr>
                <a:schemeClr val="lt1"/>
              </a:buClr>
              <a:buSzPts val="1600"/>
              <a:buNone/>
            </a:pPr>
            <a:endParaRPr sz="1600">
              <a:solidFill>
                <a:schemeClr val="lt1"/>
              </a:solidFill>
              <a:latin typeface="Arial"/>
              <a:ea typeface="Arial"/>
              <a:cs typeface="Arial"/>
              <a:sym typeface="Arial"/>
            </a:endParaRPr>
          </a:p>
        </p:txBody>
      </p:sp>
    </p:spTree>
  </p:cSld>
  <p:clrMapOvr>
    <a:masterClrMapping/>
  </p:clrMapOvr>
</p:sld>
</file>

<file path=ppt/slides/slide21.xml><?xml version="1.0" encoding="utf-8"?>
<p:sld xmlns:a="http://schemas.openxmlformats.org/drawingml/2006/main" xmlns:r="http://schemas.openxmlformats.org/officeDocument/2006/relationships" xmlns:p="http://schemas.openxmlformats.org/presentationml/2006/main">
  <p:cSld>
    <p:spTree>
      <p:nvGrpSpPr>
        <p:cNvPr id="1" name="Shape 261"/>
        <p:cNvGrpSpPr/>
        <p:nvPr/>
      </p:nvGrpSpPr>
      <p:grpSpPr>
        <a:xfrm>
          <a:off x="0" y="0"/>
          <a:ext cx="0" cy="0"/>
          <a:chOff x="0" y="0"/>
          <a:chExt cx="0" cy="0"/>
        </a:xfrm>
      </p:grpSpPr>
      <p:sp>
        <p:nvSpPr>
          <p:cNvPr id="262" name="Google Shape;262;p21"/>
          <p:cNvSpPr txBox="1">
            <a:spLocks noGrp="1"/>
          </p:cNvSpPr>
          <p:nvPr>
            <p:ph type="title"/>
          </p:nvPr>
        </p:nvSpPr>
        <p:spPr>
          <a:xfrm>
            <a:off x="550862" y="549275"/>
            <a:ext cx="11091600" cy="800910"/>
          </a:xfrm>
          <a:prstGeom prst="rect">
            <a:avLst/>
          </a:prstGeom>
          <a:noFill/>
          <a:ln>
            <a:noFill/>
          </a:ln>
        </p:spPr>
        <p:txBody>
          <a:bodyPr spcFirstLastPara="1" wrap="square" lIns="0" tIns="0" rIns="0" bIns="0" anchor="t" anchorCtr="0">
            <a:normAutofit/>
          </a:bodyPr>
          <a:lstStyle/>
          <a:p>
            <a:pPr marL="0" lvl="0" indent="0" algn="ctr" rtl="0">
              <a:lnSpc>
                <a:spcPct val="100000"/>
              </a:lnSpc>
              <a:spcBef>
                <a:spcPts val="0"/>
              </a:spcBef>
              <a:spcAft>
                <a:spcPts val="0"/>
              </a:spcAft>
              <a:buClr>
                <a:schemeClr val="lt1"/>
              </a:buClr>
              <a:buSzPts val="4800"/>
              <a:buFont typeface="Arial"/>
              <a:buNone/>
            </a:pPr>
            <a:r>
              <a:rPr lang="en-US"/>
              <a:t>Conditional statements</a:t>
            </a:r>
            <a:endParaRPr/>
          </a:p>
          <a:p>
            <a:pPr marL="0" lvl="0" indent="0" algn="ctr" rtl="0">
              <a:lnSpc>
                <a:spcPct val="100000"/>
              </a:lnSpc>
              <a:spcBef>
                <a:spcPts val="0"/>
              </a:spcBef>
              <a:spcAft>
                <a:spcPts val="0"/>
              </a:spcAft>
              <a:buClr>
                <a:schemeClr val="lt1"/>
              </a:buClr>
              <a:buSzPts val="4800"/>
              <a:buFont typeface="Arial"/>
              <a:buNone/>
            </a:pPr>
            <a:endParaRPr/>
          </a:p>
        </p:txBody>
      </p:sp>
      <p:sp>
        <p:nvSpPr>
          <p:cNvPr id="263" name="Google Shape;263;p21"/>
          <p:cNvSpPr txBox="1">
            <a:spLocks noGrp="1"/>
          </p:cNvSpPr>
          <p:nvPr>
            <p:ph type="body" idx="1"/>
          </p:nvPr>
        </p:nvSpPr>
        <p:spPr>
          <a:xfrm>
            <a:off x="192954" y="1351199"/>
            <a:ext cx="11910001" cy="5122625"/>
          </a:xfrm>
          <a:prstGeom prst="rect">
            <a:avLst/>
          </a:prstGeom>
          <a:noFill/>
          <a:ln>
            <a:noFill/>
          </a:ln>
        </p:spPr>
        <p:txBody>
          <a:bodyPr spcFirstLastPara="1" wrap="square" lIns="0" tIns="0" rIns="0" bIns="0" anchor="t" anchorCtr="0">
            <a:normAutofit/>
          </a:bodyPr>
          <a:lstStyle/>
          <a:p>
            <a:pPr marL="228600" lvl="0" indent="-228600" algn="l" rtl="0">
              <a:lnSpc>
                <a:spcPct val="110000"/>
              </a:lnSpc>
              <a:spcBef>
                <a:spcPts val="0"/>
              </a:spcBef>
              <a:spcAft>
                <a:spcPts val="0"/>
              </a:spcAft>
              <a:buClr>
                <a:srgbClr val="FFFFFF"/>
              </a:buClr>
              <a:buSzPts val="1400"/>
              <a:buChar char="•"/>
            </a:pPr>
            <a:r>
              <a:rPr lang="en-US" sz="1400">
                <a:solidFill>
                  <a:srgbClr val="FFFFFF"/>
                </a:solidFill>
              </a:rPr>
              <a:t>If statement:</a:t>
            </a:r>
            <a:br>
              <a:rPr lang="en-US" sz="1400">
                <a:solidFill>
                  <a:srgbClr val="FFFFFF"/>
                </a:solidFill>
              </a:rPr>
            </a:br>
            <a:r>
              <a:rPr lang="en-US" sz="1400">
                <a:solidFill>
                  <a:srgbClr val="FFFFFF"/>
                </a:solidFill>
              </a:rPr>
              <a:t>The if statement evaluates a condition and executes a block of code if the condition is true. It can also be followed by an optional else clause to execute a different block of code when the condition is false.</a:t>
            </a:r>
            <a:endParaRPr/>
          </a:p>
          <a:p>
            <a:pPr marL="228600" lvl="0" indent="-139700" algn="l" rtl="0">
              <a:lnSpc>
                <a:spcPct val="110000"/>
              </a:lnSpc>
              <a:spcBef>
                <a:spcPts val="1800"/>
              </a:spcBef>
              <a:spcAft>
                <a:spcPts val="0"/>
              </a:spcAft>
              <a:buClr>
                <a:schemeClr val="lt1"/>
              </a:buClr>
              <a:buSzPts val="1400"/>
              <a:buNone/>
            </a:pPr>
            <a:endParaRPr sz="1400">
              <a:solidFill>
                <a:srgbClr val="FFFFFF"/>
              </a:solidFill>
              <a:latin typeface="Arial"/>
              <a:ea typeface="Arial"/>
              <a:cs typeface="Arial"/>
              <a:sym typeface="Arial"/>
            </a:endParaRPr>
          </a:p>
          <a:p>
            <a:pPr marL="228600" lvl="0" indent="-139700" algn="l" rtl="0">
              <a:lnSpc>
                <a:spcPct val="110000"/>
              </a:lnSpc>
              <a:spcBef>
                <a:spcPts val="1800"/>
              </a:spcBef>
              <a:spcAft>
                <a:spcPts val="0"/>
              </a:spcAft>
              <a:buClr>
                <a:schemeClr val="lt1"/>
              </a:buClr>
              <a:buSzPts val="1400"/>
              <a:buNone/>
            </a:pPr>
            <a:endParaRPr sz="1400">
              <a:solidFill>
                <a:srgbClr val="FFFFFF"/>
              </a:solidFill>
              <a:latin typeface="Arial"/>
              <a:ea typeface="Arial"/>
              <a:cs typeface="Arial"/>
              <a:sym typeface="Arial"/>
            </a:endParaRPr>
          </a:p>
          <a:p>
            <a:pPr marL="228600" lvl="0" indent="-139700" algn="l" rtl="0">
              <a:lnSpc>
                <a:spcPct val="110000"/>
              </a:lnSpc>
              <a:spcBef>
                <a:spcPts val="1800"/>
              </a:spcBef>
              <a:spcAft>
                <a:spcPts val="0"/>
              </a:spcAft>
              <a:buClr>
                <a:schemeClr val="lt1"/>
              </a:buClr>
              <a:buSzPts val="1400"/>
              <a:buNone/>
            </a:pPr>
            <a:endParaRPr sz="1400">
              <a:solidFill>
                <a:srgbClr val="FFFFFF"/>
              </a:solidFill>
              <a:latin typeface="Arial"/>
              <a:ea typeface="Arial"/>
              <a:cs typeface="Arial"/>
              <a:sym typeface="Arial"/>
            </a:endParaRPr>
          </a:p>
          <a:p>
            <a:pPr marL="228600" lvl="0" indent="-228600" algn="l" rtl="0">
              <a:lnSpc>
                <a:spcPct val="110000"/>
              </a:lnSpc>
              <a:spcBef>
                <a:spcPts val="1800"/>
              </a:spcBef>
              <a:spcAft>
                <a:spcPts val="0"/>
              </a:spcAft>
              <a:buClr>
                <a:srgbClr val="FFFFFF"/>
              </a:buClr>
              <a:buSzPts val="1400"/>
              <a:buChar char="•"/>
            </a:pPr>
            <a:r>
              <a:rPr lang="en-US" sz="1400">
                <a:solidFill>
                  <a:srgbClr val="FFFFFF"/>
                </a:solidFill>
              </a:rPr>
              <a:t>If-  else if - else : (Nested if)</a:t>
            </a:r>
            <a:br>
              <a:rPr lang="en-US" sz="1400">
                <a:solidFill>
                  <a:srgbClr val="FFFFFF"/>
                </a:solidFill>
              </a:rPr>
            </a:br>
            <a:r>
              <a:rPr lang="en-US" sz="1400">
                <a:solidFill>
                  <a:srgbClr val="FFFFFF"/>
                </a:solidFill>
              </a:rPr>
              <a:t>Allows you to check multiple conditions and execute different blocks of code based on the first condition that evaluates to true.</a:t>
            </a:r>
            <a:endParaRPr sz="1400">
              <a:solidFill>
                <a:srgbClr val="FFFFFF"/>
              </a:solidFill>
              <a:latin typeface="Arial"/>
              <a:ea typeface="Arial"/>
              <a:cs typeface="Arial"/>
              <a:sym typeface="Arial"/>
            </a:endParaRPr>
          </a:p>
        </p:txBody>
      </p:sp>
      <p:pic>
        <p:nvPicPr>
          <p:cNvPr id="264" name="Google Shape;264;p21" descr="A black background with white text&#10;&#10;Description automatically generated"/>
          <p:cNvPicPr preferRelativeResize="0"/>
          <p:nvPr/>
        </p:nvPicPr>
        <p:blipFill rotWithShape="1">
          <a:blip r:embed="rId3">
            <a:alphaModFix/>
          </a:blip>
          <a:srcRect/>
          <a:stretch/>
        </p:blipFill>
        <p:spPr>
          <a:xfrm>
            <a:off x="2543465" y="2200131"/>
            <a:ext cx="6793345" cy="1395556"/>
          </a:xfrm>
          <a:prstGeom prst="rect">
            <a:avLst/>
          </a:prstGeom>
          <a:noFill/>
          <a:ln>
            <a:noFill/>
          </a:ln>
        </p:spPr>
      </p:pic>
      <p:pic>
        <p:nvPicPr>
          <p:cNvPr id="265" name="Google Shape;265;p21" descr="A black background with white text&#10;&#10;Description automatically generated"/>
          <p:cNvPicPr preferRelativeResize="0"/>
          <p:nvPr/>
        </p:nvPicPr>
        <p:blipFill rotWithShape="1">
          <a:blip r:embed="rId4">
            <a:alphaModFix/>
          </a:blip>
          <a:srcRect/>
          <a:stretch/>
        </p:blipFill>
        <p:spPr>
          <a:xfrm>
            <a:off x="2322802" y="4441681"/>
            <a:ext cx="7015306" cy="1692275"/>
          </a:xfrm>
          <a:prstGeom prst="rect">
            <a:avLst/>
          </a:prstGeom>
          <a:noFill/>
          <a:ln>
            <a:noFill/>
          </a:ln>
        </p:spPr>
      </p:pic>
    </p:spTree>
  </p:cSld>
  <p:clrMapOvr>
    <a:masterClrMapping/>
  </p:clrMapOvr>
</p:sld>
</file>

<file path=ppt/slides/slide22.xml><?xml version="1.0" encoding="utf-8"?>
<p:sld xmlns:a="http://schemas.openxmlformats.org/drawingml/2006/main" xmlns:r="http://schemas.openxmlformats.org/officeDocument/2006/relationships" xmlns:p="http://schemas.openxmlformats.org/presentationml/2006/main">
  <p:cSld>
    <p:spTree>
      <p:nvGrpSpPr>
        <p:cNvPr id="1" name="Shape 269"/>
        <p:cNvGrpSpPr/>
        <p:nvPr/>
      </p:nvGrpSpPr>
      <p:grpSpPr>
        <a:xfrm>
          <a:off x="0" y="0"/>
          <a:ext cx="0" cy="0"/>
          <a:chOff x="0" y="0"/>
          <a:chExt cx="0" cy="0"/>
        </a:xfrm>
      </p:grpSpPr>
      <p:sp>
        <p:nvSpPr>
          <p:cNvPr id="270" name="Google Shape;270;p22"/>
          <p:cNvSpPr txBox="1">
            <a:spLocks noGrp="1"/>
          </p:cNvSpPr>
          <p:nvPr>
            <p:ph type="title"/>
          </p:nvPr>
        </p:nvSpPr>
        <p:spPr>
          <a:xfrm>
            <a:off x="550862" y="549275"/>
            <a:ext cx="11091600" cy="1332000"/>
          </a:xfrm>
          <a:prstGeom prst="rect">
            <a:avLst/>
          </a:prstGeom>
          <a:noFill/>
          <a:ln>
            <a:noFill/>
          </a:ln>
        </p:spPr>
        <p:txBody>
          <a:bodyPr spcFirstLastPara="1" wrap="square" lIns="0" tIns="0" rIns="0" bIns="0" anchor="t" anchorCtr="0">
            <a:normAutofit/>
          </a:bodyPr>
          <a:lstStyle/>
          <a:p>
            <a:pPr marL="0" lvl="0" indent="0" algn="ctr" rtl="0">
              <a:lnSpc>
                <a:spcPct val="100000"/>
              </a:lnSpc>
              <a:spcBef>
                <a:spcPts val="0"/>
              </a:spcBef>
              <a:spcAft>
                <a:spcPts val="0"/>
              </a:spcAft>
              <a:buClr>
                <a:schemeClr val="lt1"/>
              </a:buClr>
              <a:buSzPts val="4800"/>
              <a:buFont typeface="Arial"/>
              <a:buNone/>
            </a:pPr>
            <a:r>
              <a:rPr lang="en-US"/>
              <a:t>Logical operator</a:t>
            </a:r>
            <a:endParaRPr/>
          </a:p>
          <a:p>
            <a:pPr marL="0" lvl="0" indent="0" algn="ctr" rtl="0">
              <a:lnSpc>
                <a:spcPct val="100000"/>
              </a:lnSpc>
              <a:spcBef>
                <a:spcPts val="0"/>
              </a:spcBef>
              <a:spcAft>
                <a:spcPts val="0"/>
              </a:spcAft>
              <a:buClr>
                <a:schemeClr val="lt1"/>
              </a:buClr>
              <a:buSzPts val="4800"/>
              <a:buFont typeface="Arial"/>
              <a:buNone/>
            </a:pPr>
            <a:endParaRPr/>
          </a:p>
        </p:txBody>
      </p:sp>
      <p:sp>
        <p:nvSpPr>
          <p:cNvPr id="271" name="Google Shape;271;p22"/>
          <p:cNvSpPr txBox="1">
            <a:spLocks noGrp="1"/>
          </p:cNvSpPr>
          <p:nvPr>
            <p:ph type="body" idx="1"/>
          </p:nvPr>
        </p:nvSpPr>
        <p:spPr>
          <a:xfrm>
            <a:off x="550863" y="2113199"/>
            <a:ext cx="11090274" cy="4626170"/>
          </a:xfrm>
          <a:prstGeom prst="rect">
            <a:avLst/>
          </a:prstGeom>
          <a:noFill/>
          <a:ln>
            <a:noFill/>
          </a:ln>
        </p:spPr>
        <p:txBody>
          <a:bodyPr spcFirstLastPara="1" wrap="square" lIns="0" tIns="0" rIns="0" bIns="0" anchor="t" anchorCtr="0">
            <a:normAutofit/>
          </a:bodyPr>
          <a:lstStyle/>
          <a:p>
            <a:pPr marL="0" lvl="0" indent="0" algn="l" rtl="0">
              <a:lnSpc>
                <a:spcPct val="110000"/>
              </a:lnSpc>
              <a:spcBef>
                <a:spcPts val="0"/>
              </a:spcBef>
              <a:spcAft>
                <a:spcPts val="0"/>
              </a:spcAft>
              <a:buClr>
                <a:srgbClr val="FFFFFF"/>
              </a:buClr>
              <a:buSzPts val="2000"/>
              <a:buNone/>
            </a:pPr>
            <a:r>
              <a:rPr lang="en-US">
                <a:solidFill>
                  <a:srgbClr val="FFFFFF"/>
                </a:solidFill>
              </a:rPr>
              <a:t>logical operations on boolean values or expressions. Dart provides three logical operators: &amp;&amp; (logical AND), || (logical OR), and ! (logical NOT). </a:t>
            </a:r>
            <a:endParaRPr>
              <a:solidFill>
                <a:srgbClr val="FFFFFF"/>
              </a:solidFill>
            </a:endParaRPr>
          </a:p>
          <a:p>
            <a:pPr marL="228600" lvl="0" indent="-228600" algn="l" rtl="0">
              <a:lnSpc>
                <a:spcPct val="110000"/>
              </a:lnSpc>
              <a:spcBef>
                <a:spcPts val="1800"/>
              </a:spcBef>
              <a:spcAft>
                <a:spcPts val="0"/>
              </a:spcAft>
              <a:buClr>
                <a:srgbClr val="FFFFFF"/>
              </a:buClr>
              <a:buSzPts val="1600"/>
              <a:buChar char="•"/>
            </a:pPr>
            <a:r>
              <a:rPr lang="en-US" sz="1600">
                <a:solidFill>
                  <a:srgbClr val="FFFFFF"/>
                </a:solidFill>
              </a:rPr>
              <a:t>Logical AND (&amp;&amp;): The &amp;&amp; operator returns true if both the left and right operands are true, otherwise it returns false. It evaluates the right operand only if the left operand is true.</a:t>
            </a:r>
            <a:endParaRPr sz="1600">
              <a:solidFill>
                <a:srgbClr val="FFFFFF"/>
              </a:solidFill>
            </a:endParaRPr>
          </a:p>
          <a:p>
            <a:pPr marL="228600" lvl="0" indent="-228600" algn="l" rtl="0">
              <a:lnSpc>
                <a:spcPct val="110000"/>
              </a:lnSpc>
              <a:spcBef>
                <a:spcPts val="1800"/>
              </a:spcBef>
              <a:spcAft>
                <a:spcPts val="0"/>
              </a:spcAft>
              <a:buClr>
                <a:srgbClr val="FFFFFF"/>
              </a:buClr>
              <a:buSzPts val="1600"/>
              <a:buChar char="•"/>
            </a:pPr>
            <a:r>
              <a:rPr lang="en-US" sz="1600">
                <a:solidFill>
                  <a:srgbClr val="FFFFFF"/>
                </a:solidFill>
              </a:rPr>
              <a:t>Logical OR (||): The || operator returns true if either the left or right operand is true, or if both are true. It evaluates the right operand only if the left operand is false.</a:t>
            </a:r>
            <a:endParaRPr/>
          </a:p>
          <a:p>
            <a:pPr marL="228600" lvl="0" indent="-228600" algn="l" rtl="0">
              <a:lnSpc>
                <a:spcPct val="110000"/>
              </a:lnSpc>
              <a:spcBef>
                <a:spcPts val="1800"/>
              </a:spcBef>
              <a:spcAft>
                <a:spcPts val="0"/>
              </a:spcAft>
              <a:buClr>
                <a:srgbClr val="FFFFFF"/>
              </a:buClr>
              <a:buSzPts val="1600"/>
              <a:buChar char="•"/>
            </a:pPr>
            <a:r>
              <a:rPr lang="en-US" sz="1600">
                <a:solidFill>
                  <a:srgbClr val="FFFFFF"/>
                </a:solidFill>
              </a:rPr>
              <a:t>Logical NOT (!): The ! operator negates the boolean value of its operand. If the operand is true, ! returns false, and if the operand is false, ! returns true.</a:t>
            </a:r>
            <a:endParaRPr sz="1600">
              <a:solidFill>
                <a:srgbClr val="FFFFFF"/>
              </a:solidFill>
              <a:latin typeface="Arial"/>
              <a:ea typeface="Arial"/>
              <a:cs typeface="Arial"/>
              <a:sym typeface="Arial"/>
            </a:endParaRPr>
          </a:p>
        </p:txBody>
      </p:sp>
    </p:spTree>
  </p:cSld>
  <p:clrMapOvr>
    <a:masterClrMapping/>
  </p:clrMapOvr>
</p:sld>
</file>

<file path=ppt/slides/slide23.xml><?xml version="1.0" encoding="utf-8"?>
<p:sld xmlns:a="http://schemas.openxmlformats.org/drawingml/2006/main" xmlns:r="http://schemas.openxmlformats.org/officeDocument/2006/relationships" xmlns:p="http://schemas.openxmlformats.org/presentationml/2006/main">
  <p:cSld>
    <p:spTree>
      <p:nvGrpSpPr>
        <p:cNvPr id="1" name="Shape 275"/>
        <p:cNvGrpSpPr/>
        <p:nvPr/>
      </p:nvGrpSpPr>
      <p:grpSpPr>
        <a:xfrm>
          <a:off x="0" y="0"/>
          <a:ext cx="0" cy="0"/>
          <a:chOff x="0" y="0"/>
          <a:chExt cx="0" cy="0"/>
        </a:xfrm>
      </p:grpSpPr>
      <p:sp>
        <p:nvSpPr>
          <p:cNvPr id="276" name="Google Shape;276;p23"/>
          <p:cNvSpPr txBox="1">
            <a:spLocks noGrp="1"/>
          </p:cNvSpPr>
          <p:nvPr>
            <p:ph type="title"/>
          </p:nvPr>
        </p:nvSpPr>
        <p:spPr>
          <a:xfrm>
            <a:off x="550862" y="549275"/>
            <a:ext cx="11091600" cy="1332000"/>
          </a:xfrm>
          <a:prstGeom prst="rect">
            <a:avLst/>
          </a:prstGeom>
          <a:noFill/>
          <a:ln>
            <a:noFill/>
          </a:ln>
        </p:spPr>
        <p:txBody>
          <a:bodyPr spcFirstLastPara="1" wrap="square" lIns="0" tIns="0" rIns="0" bIns="0" anchor="t" anchorCtr="0">
            <a:normAutofit/>
          </a:bodyPr>
          <a:lstStyle/>
          <a:p>
            <a:pPr marL="0" lvl="0" indent="0" algn="ctr" rtl="0">
              <a:lnSpc>
                <a:spcPct val="100000"/>
              </a:lnSpc>
              <a:spcBef>
                <a:spcPts val="0"/>
              </a:spcBef>
              <a:spcAft>
                <a:spcPts val="0"/>
              </a:spcAft>
              <a:buClr>
                <a:schemeClr val="lt1"/>
              </a:buClr>
              <a:buSzPts val="4800"/>
              <a:buFont typeface="Arial"/>
              <a:buNone/>
            </a:pPr>
            <a:r>
              <a:rPr lang="en-US"/>
              <a:t>Conditional statements</a:t>
            </a:r>
            <a:endParaRPr>
              <a:solidFill>
                <a:srgbClr val="000000"/>
              </a:solidFill>
            </a:endParaRPr>
          </a:p>
          <a:p>
            <a:pPr marL="0" lvl="0" indent="0" algn="l" rtl="0">
              <a:lnSpc>
                <a:spcPct val="100000"/>
              </a:lnSpc>
              <a:spcBef>
                <a:spcPts val="0"/>
              </a:spcBef>
              <a:spcAft>
                <a:spcPts val="0"/>
              </a:spcAft>
              <a:buClr>
                <a:schemeClr val="lt1"/>
              </a:buClr>
              <a:buSzPts val="4800"/>
              <a:buFont typeface="Arial"/>
              <a:buNone/>
            </a:pPr>
            <a:endParaRPr/>
          </a:p>
        </p:txBody>
      </p:sp>
      <p:sp>
        <p:nvSpPr>
          <p:cNvPr id="277" name="Google Shape;277;p23"/>
          <p:cNvSpPr txBox="1">
            <a:spLocks noGrp="1"/>
          </p:cNvSpPr>
          <p:nvPr>
            <p:ph type="body" idx="1"/>
          </p:nvPr>
        </p:nvSpPr>
        <p:spPr>
          <a:xfrm>
            <a:off x="550863" y="1605199"/>
            <a:ext cx="11090274" cy="4487625"/>
          </a:xfrm>
          <a:prstGeom prst="rect">
            <a:avLst/>
          </a:prstGeom>
          <a:noFill/>
          <a:ln>
            <a:noFill/>
          </a:ln>
        </p:spPr>
        <p:txBody>
          <a:bodyPr spcFirstLastPara="1" wrap="square" lIns="0" tIns="0" rIns="0" bIns="0" anchor="t" anchorCtr="0">
            <a:normAutofit/>
          </a:bodyPr>
          <a:lstStyle/>
          <a:p>
            <a:pPr marL="228600" lvl="0" indent="-228600" algn="l" rtl="0">
              <a:lnSpc>
                <a:spcPct val="110000"/>
              </a:lnSpc>
              <a:spcBef>
                <a:spcPts val="0"/>
              </a:spcBef>
              <a:spcAft>
                <a:spcPts val="0"/>
              </a:spcAft>
              <a:buClr>
                <a:schemeClr val="lt1"/>
              </a:buClr>
              <a:buSzPts val="1600"/>
              <a:buChar char="•"/>
            </a:pPr>
            <a:r>
              <a:rPr lang="en-US" sz="1600">
                <a:solidFill>
                  <a:schemeClr val="lt1"/>
                </a:solidFill>
              </a:rPr>
              <a:t>Switch statement:</a:t>
            </a:r>
            <a:br>
              <a:rPr lang="en-US" sz="1600"/>
            </a:br>
            <a:r>
              <a:rPr lang="en-US" sz="1600">
                <a:solidFill>
                  <a:schemeClr val="lt1"/>
                </a:solidFill>
              </a:rPr>
              <a:t>The switch statement provides a way to choose different blocks of code to execute based on the value of an expression. It is often used when you have multiple possible values and want to perform different actions for each value.</a:t>
            </a:r>
            <a:endParaRPr sz="1600">
              <a:solidFill>
                <a:schemeClr val="lt1"/>
              </a:solidFill>
            </a:endParaRPr>
          </a:p>
        </p:txBody>
      </p:sp>
      <p:pic>
        <p:nvPicPr>
          <p:cNvPr id="278" name="Google Shape;278;p23" descr="A black screen with white text&#10;&#10;Description automatically generated"/>
          <p:cNvPicPr preferRelativeResize="0"/>
          <p:nvPr/>
        </p:nvPicPr>
        <p:blipFill rotWithShape="1">
          <a:blip r:embed="rId3">
            <a:alphaModFix/>
          </a:blip>
          <a:srcRect/>
          <a:stretch/>
        </p:blipFill>
        <p:spPr>
          <a:xfrm>
            <a:off x="2622983" y="2787939"/>
            <a:ext cx="7673397" cy="3060122"/>
          </a:xfrm>
          <a:prstGeom prst="rect">
            <a:avLst/>
          </a:prstGeom>
          <a:noFill/>
          <a:ln>
            <a:noFill/>
          </a:ln>
        </p:spPr>
      </p:pic>
    </p:spTree>
  </p:cSld>
  <p:clrMapOvr>
    <a:masterClrMapping/>
  </p:clrMapOvr>
</p:sld>
</file>

<file path=ppt/slides/slide24.xml><?xml version="1.0" encoding="utf-8"?>
<p:sld xmlns:a="http://schemas.openxmlformats.org/drawingml/2006/main" xmlns:r="http://schemas.openxmlformats.org/officeDocument/2006/relationships" xmlns:p="http://schemas.openxmlformats.org/presentationml/2006/main">
  <p:cSld>
    <p:spTree>
      <p:nvGrpSpPr>
        <p:cNvPr id="1" name="Shape 282"/>
        <p:cNvGrpSpPr/>
        <p:nvPr/>
      </p:nvGrpSpPr>
      <p:grpSpPr>
        <a:xfrm>
          <a:off x="0" y="0"/>
          <a:ext cx="0" cy="0"/>
          <a:chOff x="0" y="0"/>
          <a:chExt cx="0" cy="0"/>
        </a:xfrm>
      </p:grpSpPr>
      <p:sp>
        <p:nvSpPr>
          <p:cNvPr id="283" name="Google Shape;283;p24"/>
          <p:cNvSpPr txBox="1">
            <a:spLocks noGrp="1"/>
          </p:cNvSpPr>
          <p:nvPr>
            <p:ph type="title"/>
          </p:nvPr>
        </p:nvSpPr>
        <p:spPr>
          <a:xfrm>
            <a:off x="550862" y="549275"/>
            <a:ext cx="11091600" cy="1332000"/>
          </a:xfrm>
          <a:prstGeom prst="rect">
            <a:avLst/>
          </a:prstGeom>
          <a:noFill/>
          <a:ln>
            <a:noFill/>
          </a:ln>
        </p:spPr>
        <p:txBody>
          <a:bodyPr spcFirstLastPara="1" wrap="square" lIns="0" tIns="0" rIns="0" bIns="0" anchor="t" anchorCtr="0">
            <a:normAutofit/>
          </a:bodyPr>
          <a:lstStyle/>
          <a:p>
            <a:pPr marL="0" lvl="0" indent="0" algn="ctr" rtl="0">
              <a:lnSpc>
                <a:spcPct val="100000"/>
              </a:lnSpc>
              <a:spcBef>
                <a:spcPts val="0"/>
              </a:spcBef>
              <a:spcAft>
                <a:spcPts val="0"/>
              </a:spcAft>
              <a:buClr>
                <a:schemeClr val="lt1"/>
              </a:buClr>
              <a:buSzPts val="4800"/>
              <a:buFont typeface="Arial"/>
              <a:buNone/>
            </a:pPr>
            <a:r>
              <a:rPr lang="en-US"/>
              <a:t>Loops</a:t>
            </a:r>
            <a:endParaRPr/>
          </a:p>
          <a:p>
            <a:pPr marL="0" lvl="0" indent="0" algn="ctr" rtl="0">
              <a:lnSpc>
                <a:spcPct val="100000"/>
              </a:lnSpc>
              <a:spcBef>
                <a:spcPts val="0"/>
              </a:spcBef>
              <a:spcAft>
                <a:spcPts val="0"/>
              </a:spcAft>
              <a:buClr>
                <a:schemeClr val="lt1"/>
              </a:buClr>
              <a:buSzPts val="4800"/>
              <a:buFont typeface="Arial"/>
              <a:buNone/>
            </a:pPr>
            <a:endParaRPr/>
          </a:p>
        </p:txBody>
      </p:sp>
      <p:sp>
        <p:nvSpPr>
          <p:cNvPr id="284" name="Google Shape;284;p24"/>
          <p:cNvSpPr txBox="1">
            <a:spLocks noGrp="1"/>
          </p:cNvSpPr>
          <p:nvPr>
            <p:ph type="body" idx="1"/>
          </p:nvPr>
        </p:nvSpPr>
        <p:spPr>
          <a:xfrm>
            <a:off x="550863" y="2113199"/>
            <a:ext cx="11090274" cy="3979625"/>
          </a:xfrm>
          <a:prstGeom prst="rect">
            <a:avLst/>
          </a:prstGeom>
          <a:noFill/>
          <a:ln>
            <a:noFill/>
          </a:ln>
        </p:spPr>
        <p:txBody>
          <a:bodyPr spcFirstLastPara="1" wrap="square" lIns="0" tIns="0" rIns="0" bIns="0" anchor="t" anchorCtr="0">
            <a:normAutofit/>
          </a:bodyPr>
          <a:lstStyle/>
          <a:p>
            <a:pPr marL="228600" lvl="0" indent="-228600" algn="l" rtl="0">
              <a:lnSpc>
                <a:spcPct val="110000"/>
              </a:lnSpc>
              <a:spcBef>
                <a:spcPts val="0"/>
              </a:spcBef>
              <a:spcAft>
                <a:spcPts val="0"/>
              </a:spcAft>
              <a:buClr>
                <a:srgbClr val="FFFFFF"/>
              </a:buClr>
              <a:buSzPts val="1800"/>
              <a:buChar char="•"/>
            </a:pPr>
            <a:r>
              <a:rPr lang="en-US" sz="1800">
                <a:solidFill>
                  <a:srgbClr val="FFFFFF"/>
                </a:solidFill>
              </a:rPr>
              <a:t>for Loop:</a:t>
            </a:r>
            <a:endParaRPr/>
          </a:p>
          <a:p>
            <a:pPr marL="228600" lvl="0" indent="-228600" algn="l" rtl="0">
              <a:lnSpc>
                <a:spcPct val="110000"/>
              </a:lnSpc>
              <a:spcBef>
                <a:spcPts val="1800"/>
              </a:spcBef>
              <a:spcAft>
                <a:spcPts val="0"/>
              </a:spcAft>
              <a:buClr>
                <a:srgbClr val="FFFFFF"/>
              </a:buClr>
              <a:buSzPts val="1400"/>
              <a:buChar char="•"/>
            </a:pPr>
            <a:br>
              <a:rPr lang="en-US" sz="1400">
                <a:solidFill>
                  <a:srgbClr val="FFFFFF"/>
                </a:solidFill>
              </a:rPr>
            </a:br>
            <a:r>
              <a:rPr lang="en-US" sz="1600">
                <a:solidFill>
                  <a:srgbClr val="FFFFFF"/>
                </a:solidFill>
              </a:rPr>
              <a:t>The for loop is used to iterate over a sequence of values, such as a list or a range of numbers.</a:t>
            </a:r>
            <a:endParaRPr/>
          </a:p>
          <a:p>
            <a:pPr marL="0" lvl="0" indent="0" algn="l" rtl="0">
              <a:lnSpc>
                <a:spcPct val="110000"/>
              </a:lnSpc>
              <a:spcBef>
                <a:spcPts val="1800"/>
              </a:spcBef>
              <a:spcAft>
                <a:spcPts val="0"/>
              </a:spcAft>
              <a:buClr>
                <a:srgbClr val="FFFFFF"/>
              </a:buClr>
              <a:buSzPts val="1600"/>
              <a:buNone/>
            </a:pPr>
            <a:r>
              <a:rPr lang="en-US" sz="1600">
                <a:solidFill>
                  <a:srgbClr val="FFFFFF"/>
                </a:solidFill>
                <a:latin typeface="Arial"/>
                <a:ea typeface="Arial"/>
                <a:cs typeface="Arial"/>
                <a:sym typeface="Arial"/>
              </a:rPr>
              <a:t>Syntax : </a:t>
            </a:r>
            <a:endParaRPr sz="1600">
              <a:solidFill>
                <a:srgbClr val="FFFFFF"/>
              </a:solidFill>
            </a:endParaRPr>
          </a:p>
        </p:txBody>
      </p:sp>
      <p:pic>
        <p:nvPicPr>
          <p:cNvPr id="285" name="Google Shape;285;p24" descr="A black background with white text&#10;&#10;Description automatically generated"/>
          <p:cNvPicPr preferRelativeResize="0"/>
          <p:nvPr/>
        </p:nvPicPr>
        <p:blipFill rotWithShape="1">
          <a:blip r:embed="rId3">
            <a:alphaModFix/>
          </a:blip>
          <a:srcRect/>
          <a:stretch/>
        </p:blipFill>
        <p:spPr>
          <a:xfrm>
            <a:off x="2127106" y="3559464"/>
            <a:ext cx="8110970" cy="1228436"/>
          </a:xfrm>
          <a:prstGeom prst="rect">
            <a:avLst/>
          </a:prstGeom>
          <a:noFill/>
          <a:ln>
            <a:noFill/>
          </a:ln>
        </p:spPr>
      </p:pic>
    </p:spTree>
  </p:cSld>
  <p:clrMapOvr>
    <a:masterClrMapping/>
  </p:clrMapOvr>
</p:sld>
</file>

<file path=ppt/slides/slide25.xml><?xml version="1.0" encoding="utf-8"?>
<p:sld xmlns:a="http://schemas.openxmlformats.org/drawingml/2006/main" xmlns:r="http://schemas.openxmlformats.org/officeDocument/2006/relationships" xmlns:p="http://schemas.openxmlformats.org/presentationml/2006/main">
  <p:cSld>
    <p:spTree>
      <p:nvGrpSpPr>
        <p:cNvPr id="1" name="Shape 289"/>
        <p:cNvGrpSpPr/>
        <p:nvPr/>
      </p:nvGrpSpPr>
      <p:grpSpPr>
        <a:xfrm>
          <a:off x="0" y="0"/>
          <a:ext cx="0" cy="0"/>
          <a:chOff x="0" y="0"/>
          <a:chExt cx="0" cy="0"/>
        </a:xfrm>
      </p:grpSpPr>
      <p:sp>
        <p:nvSpPr>
          <p:cNvPr id="290" name="Google Shape;290;p25"/>
          <p:cNvSpPr txBox="1">
            <a:spLocks noGrp="1"/>
          </p:cNvSpPr>
          <p:nvPr>
            <p:ph type="title"/>
          </p:nvPr>
        </p:nvSpPr>
        <p:spPr>
          <a:xfrm>
            <a:off x="550862" y="549275"/>
            <a:ext cx="11091600" cy="1332000"/>
          </a:xfrm>
          <a:prstGeom prst="rect">
            <a:avLst/>
          </a:prstGeom>
          <a:noFill/>
          <a:ln>
            <a:noFill/>
          </a:ln>
        </p:spPr>
        <p:txBody>
          <a:bodyPr spcFirstLastPara="1" wrap="square" lIns="0" tIns="0" rIns="0" bIns="0" anchor="t" anchorCtr="0">
            <a:normAutofit/>
          </a:bodyPr>
          <a:lstStyle/>
          <a:p>
            <a:pPr marL="0" lvl="0" indent="0" algn="ctr" rtl="0">
              <a:lnSpc>
                <a:spcPct val="100000"/>
              </a:lnSpc>
              <a:spcBef>
                <a:spcPts val="0"/>
              </a:spcBef>
              <a:spcAft>
                <a:spcPts val="0"/>
              </a:spcAft>
              <a:buClr>
                <a:schemeClr val="lt1"/>
              </a:buClr>
              <a:buSzPts val="4800"/>
              <a:buFont typeface="Arial"/>
              <a:buNone/>
            </a:pPr>
            <a:r>
              <a:rPr lang="en-US"/>
              <a:t>Loops</a:t>
            </a:r>
            <a:endParaRPr/>
          </a:p>
        </p:txBody>
      </p:sp>
      <p:sp>
        <p:nvSpPr>
          <p:cNvPr id="291" name="Google Shape;291;p25"/>
          <p:cNvSpPr txBox="1">
            <a:spLocks noGrp="1"/>
          </p:cNvSpPr>
          <p:nvPr>
            <p:ph type="body" idx="1"/>
          </p:nvPr>
        </p:nvSpPr>
        <p:spPr>
          <a:xfrm>
            <a:off x="550863" y="1570563"/>
            <a:ext cx="11090274" cy="4522261"/>
          </a:xfrm>
          <a:prstGeom prst="rect">
            <a:avLst/>
          </a:prstGeom>
          <a:noFill/>
          <a:ln>
            <a:noFill/>
          </a:ln>
        </p:spPr>
        <p:txBody>
          <a:bodyPr spcFirstLastPara="1" wrap="square" lIns="0" tIns="0" rIns="0" bIns="0" anchor="t" anchorCtr="0">
            <a:normAutofit/>
          </a:bodyPr>
          <a:lstStyle/>
          <a:p>
            <a:pPr marL="228600" lvl="0" indent="-228600" algn="l" rtl="0">
              <a:lnSpc>
                <a:spcPct val="110000"/>
              </a:lnSpc>
              <a:spcBef>
                <a:spcPts val="0"/>
              </a:spcBef>
              <a:spcAft>
                <a:spcPts val="0"/>
              </a:spcAft>
              <a:buClr>
                <a:srgbClr val="FFFFFF"/>
              </a:buClr>
              <a:buSzPts val="1800"/>
              <a:buChar char="•"/>
            </a:pPr>
            <a:r>
              <a:rPr lang="en-US" sz="1800">
                <a:solidFill>
                  <a:srgbClr val="FFFFFF"/>
                </a:solidFill>
              </a:rPr>
              <a:t>for-in Loop:</a:t>
            </a:r>
            <a:br>
              <a:rPr lang="en-US" sz="1800"/>
            </a:br>
            <a:r>
              <a:rPr lang="en-US" sz="1800">
                <a:solidFill>
                  <a:srgbClr val="FFFFFF"/>
                </a:solidFill>
              </a:rPr>
              <a:t>The for-in loop iterates over each element of an iterable (such as a list, set, or map) and performs a specified action for each element.</a:t>
            </a:r>
            <a:endParaRPr sz="1800">
              <a:solidFill>
                <a:srgbClr val="FFFFFF"/>
              </a:solidFill>
            </a:endParaRPr>
          </a:p>
          <a:p>
            <a:pPr marL="0" lvl="0" indent="0" algn="l" rtl="0">
              <a:lnSpc>
                <a:spcPct val="110000"/>
              </a:lnSpc>
              <a:spcBef>
                <a:spcPts val="1800"/>
              </a:spcBef>
              <a:spcAft>
                <a:spcPts val="0"/>
              </a:spcAft>
              <a:buClr>
                <a:schemeClr val="lt1"/>
              </a:buClr>
              <a:buSzPts val="2000"/>
              <a:buNone/>
            </a:pPr>
            <a:endParaRPr>
              <a:solidFill>
                <a:srgbClr val="FFFFFF"/>
              </a:solidFill>
            </a:endParaRPr>
          </a:p>
          <a:p>
            <a:pPr marL="0" lvl="0" indent="0" algn="l" rtl="0">
              <a:lnSpc>
                <a:spcPct val="110000"/>
              </a:lnSpc>
              <a:spcBef>
                <a:spcPts val="1800"/>
              </a:spcBef>
              <a:spcAft>
                <a:spcPts val="0"/>
              </a:spcAft>
              <a:buClr>
                <a:schemeClr val="lt1"/>
              </a:buClr>
              <a:buSzPts val="2000"/>
              <a:buNone/>
            </a:pPr>
            <a:endParaRPr>
              <a:solidFill>
                <a:srgbClr val="FFFFFF"/>
              </a:solidFill>
            </a:endParaRPr>
          </a:p>
          <a:p>
            <a:pPr marL="285750" lvl="0" indent="-285750" algn="l" rtl="0">
              <a:lnSpc>
                <a:spcPct val="110000"/>
              </a:lnSpc>
              <a:spcBef>
                <a:spcPts val="1800"/>
              </a:spcBef>
              <a:spcAft>
                <a:spcPts val="0"/>
              </a:spcAft>
              <a:buClr>
                <a:schemeClr val="lt1"/>
              </a:buClr>
              <a:buSzPts val="1800"/>
              <a:buChar char="•"/>
            </a:pPr>
            <a:r>
              <a:rPr lang="en-US" sz="1800">
                <a:solidFill>
                  <a:schemeClr val="lt1"/>
                </a:solidFill>
              </a:rPr>
              <a:t>forEach Loop:</a:t>
            </a:r>
            <a:br>
              <a:rPr lang="en-US" sz="1800"/>
            </a:br>
            <a:r>
              <a:rPr lang="en-US" sz="1800">
                <a:solidFill>
                  <a:schemeClr val="lt1"/>
                </a:solidFill>
              </a:rPr>
              <a:t>The forEach loop is a higher-order function available on iterables (such as lists) that allows you to iterate over each element and execute a specified function for each element.</a:t>
            </a:r>
            <a:endParaRPr sz="1800">
              <a:solidFill>
                <a:schemeClr val="lt1"/>
              </a:solidFill>
            </a:endParaRPr>
          </a:p>
        </p:txBody>
      </p:sp>
      <p:pic>
        <p:nvPicPr>
          <p:cNvPr id="292" name="Google Shape;292;p25" descr="A black background with white text&#10;&#10;Description automatically generated"/>
          <p:cNvPicPr preferRelativeResize="0"/>
          <p:nvPr/>
        </p:nvPicPr>
        <p:blipFill rotWithShape="1">
          <a:blip r:embed="rId3">
            <a:alphaModFix/>
          </a:blip>
          <a:srcRect/>
          <a:stretch/>
        </p:blipFill>
        <p:spPr>
          <a:xfrm>
            <a:off x="2612015" y="2631064"/>
            <a:ext cx="6159788" cy="937779"/>
          </a:xfrm>
          <a:prstGeom prst="rect">
            <a:avLst/>
          </a:prstGeom>
          <a:noFill/>
          <a:ln>
            <a:noFill/>
          </a:ln>
        </p:spPr>
      </p:pic>
      <p:pic>
        <p:nvPicPr>
          <p:cNvPr id="293" name="Google Shape;293;p25" descr="A black background with white text&#10;&#10;Description automatically generated"/>
          <p:cNvPicPr preferRelativeResize="0"/>
          <p:nvPr/>
        </p:nvPicPr>
        <p:blipFill rotWithShape="1">
          <a:blip r:embed="rId4">
            <a:alphaModFix/>
          </a:blip>
          <a:srcRect/>
          <a:stretch/>
        </p:blipFill>
        <p:spPr>
          <a:xfrm>
            <a:off x="2826663" y="5040815"/>
            <a:ext cx="6159788" cy="937779"/>
          </a:xfrm>
          <a:prstGeom prst="rect">
            <a:avLst/>
          </a:prstGeom>
          <a:noFill/>
          <a:ln>
            <a:noFill/>
          </a:ln>
        </p:spPr>
      </p:pic>
    </p:spTree>
  </p:cSld>
  <p:clrMapOvr>
    <a:masterClrMapping/>
  </p:clrMapOvr>
</p:sld>
</file>

<file path=ppt/slides/slide26.xml><?xml version="1.0" encoding="utf-8"?>
<p:sld xmlns:a="http://schemas.openxmlformats.org/drawingml/2006/main" xmlns:r="http://schemas.openxmlformats.org/officeDocument/2006/relationships" xmlns:p="http://schemas.openxmlformats.org/presentationml/2006/main">
  <p:cSld>
    <p:spTree>
      <p:nvGrpSpPr>
        <p:cNvPr id="1" name="Shape 297"/>
        <p:cNvGrpSpPr/>
        <p:nvPr/>
      </p:nvGrpSpPr>
      <p:grpSpPr>
        <a:xfrm>
          <a:off x="0" y="0"/>
          <a:ext cx="0" cy="0"/>
          <a:chOff x="0" y="0"/>
          <a:chExt cx="0" cy="0"/>
        </a:xfrm>
      </p:grpSpPr>
      <p:sp>
        <p:nvSpPr>
          <p:cNvPr id="298" name="Google Shape;298;p26"/>
          <p:cNvSpPr txBox="1">
            <a:spLocks noGrp="1"/>
          </p:cNvSpPr>
          <p:nvPr>
            <p:ph type="title"/>
          </p:nvPr>
        </p:nvSpPr>
        <p:spPr>
          <a:xfrm>
            <a:off x="550862" y="549275"/>
            <a:ext cx="11091600" cy="1332000"/>
          </a:xfrm>
          <a:prstGeom prst="rect">
            <a:avLst/>
          </a:prstGeom>
          <a:noFill/>
          <a:ln>
            <a:noFill/>
          </a:ln>
        </p:spPr>
        <p:txBody>
          <a:bodyPr spcFirstLastPara="1" wrap="square" lIns="0" tIns="0" rIns="0" bIns="0" anchor="t" anchorCtr="0">
            <a:normAutofit/>
          </a:bodyPr>
          <a:lstStyle/>
          <a:p>
            <a:pPr marL="0" lvl="0" indent="0" algn="ctr" rtl="0">
              <a:lnSpc>
                <a:spcPct val="100000"/>
              </a:lnSpc>
              <a:spcBef>
                <a:spcPts val="0"/>
              </a:spcBef>
              <a:spcAft>
                <a:spcPts val="0"/>
              </a:spcAft>
              <a:buClr>
                <a:schemeClr val="lt1"/>
              </a:buClr>
              <a:buSzPts val="4800"/>
              <a:buFont typeface="Arial"/>
              <a:buNone/>
            </a:pPr>
            <a:r>
              <a:rPr lang="en-US"/>
              <a:t>Loops</a:t>
            </a:r>
            <a:endParaRPr/>
          </a:p>
        </p:txBody>
      </p:sp>
      <p:sp>
        <p:nvSpPr>
          <p:cNvPr id="299" name="Google Shape;299;p26"/>
          <p:cNvSpPr txBox="1">
            <a:spLocks noGrp="1"/>
          </p:cNvSpPr>
          <p:nvPr>
            <p:ph type="body" idx="1"/>
          </p:nvPr>
        </p:nvSpPr>
        <p:spPr>
          <a:xfrm>
            <a:off x="550863" y="2113199"/>
            <a:ext cx="11090274" cy="3979625"/>
          </a:xfrm>
          <a:prstGeom prst="rect">
            <a:avLst/>
          </a:prstGeom>
          <a:noFill/>
          <a:ln>
            <a:noFill/>
          </a:ln>
        </p:spPr>
        <p:txBody>
          <a:bodyPr spcFirstLastPara="1" wrap="square" lIns="0" tIns="0" rIns="0" bIns="0" anchor="t" anchorCtr="0">
            <a:normAutofit/>
          </a:bodyPr>
          <a:lstStyle/>
          <a:p>
            <a:pPr marL="228600" lvl="0" indent="-228600" algn="l" rtl="0">
              <a:lnSpc>
                <a:spcPct val="110000"/>
              </a:lnSpc>
              <a:spcBef>
                <a:spcPts val="0"/>
              </a:spcBef>
              <a:spcAft>
                <a:spcPts val="0"/>
              </a:spcAft>
              <a:buClr>
                <a:srgbClr val="FFFFFF"/>
              </a:buClr>
              <a:buSzPts val="2400"/>
              <a:buChar char="•"/>
            </a:pPr>
            <a:r>
              <a:rPr lang="en-US" sz="2400">
                <a:solidFill>
                  <a:srgbClr val="FFFFFF"/>
                </a:solidFill>
              </a:rPr>
              <a:t>while Loop:</a:t>
            </a:r>
            <a:endParaRPr/>
          </a:p>
          <a:p>
            <a:pPr marL="228600" lvl="0" indent="-228600" algn="l" rtl="0">
              <a:lnSpc>
                <a:spcPct val="110000"/>
              </a:lnSpc>
              <a:spcBef>
                <a:spcPts val="1800"/>
              </a:spcBef>
              <a:spcAft>
                <a:spcPts val="0"/>
              </a:spcAft>
              <a:buClr>
                <a:schemeClr val="lt1"/>
              </a:buClr>
              <a:buSzPts val="2400"/>
              <a:buChar char="•"/>
            </a:pPr>
            <a:br>
              <a:rPr lang="en-US" sz="2400"/>
            </a:br>
            <a:r>
              <a:rPr lang="en-US" sz="1600">
                <a:solidFill>
                  <a:srgbClr val="FFFFFF"/>
                </a:solidFill>
              </a:rPr>
              <a:t>The while loop is used to repeatedly execute a block of code as long as a given condition is true.</a:t>
            </a:r>
            <a:endParaRPr/>
          </a:p>
          <a:p>
            <a:pPr marL="0" lvl="0" indent="0" algn="l" rtl="0">
              <a:lnSpc>
                <a:spcPct val="110000"/>
              </a:lnSpc>
              <a:spcBef>
                <a:spcPts val="1800"/>
              </a:spcBef>
              <a:spcAft>
                <a:spcPts val="0"/>
              </a:spcAft>
              <a:buClr>
                <a:schemeClr val="lt1"/>
              </a:buClr>
              <a:buSzPts val="1600"/>
              <a:buNone/>
            </a:pPr>
            <a:r>
              <a:rPr lang="en-US" sz="1600">
                <a:solidFill>
                  <a:schemeClr val="lt1"/>
                </a:solidFill>
              </a:rPr>
              <a:t>Syntax : </a:t>
            </a:r>
            <a:endParaRPr sz="1600">
              <a:solidFill>
                <a:schemeClr val="lt1"/>
              </a:solidFill>
            </a:endParaRPr>
          </a:p>
        </p:txBody>
      </p:sp>
      <p:pic>
        <p:nvPicPr>
          <p:cNvPr id="300" name="Google Shape;300;p26" descr="A black background with white text"/>
          <p:cNvPicPr preferRelativeResize="0"/>
          <p:nvPr/>
        </p:nvPicPr>
        <p:blipFill rotWithShape="1">
          <a:blip r:embed="rId3">
            <a:alphaModFix/>
          </a:blip>
          <a:srcRect/>
          <a:stretch/>
        </p:blipFill>
        <p:spPr>
          <a:xfrm>
            <a:off x="1665288" y="4252192"/>
            <a:ext cx="8711333" cy="1320799"/>
          </a:xfrm>
          <a:prstGeom prst="rect">
            <a:avLst/>
          </a:prstGeom>
          <a:noFill/>
          <a:ln>
            <a:noFill/>
          </a:ln>
        </p:spPr>
      </p:pic>
    </p:spTree>
  </p:cSld>
  <p:clrMapOvr>
    <a:masterClrMapping/>
  </p:clrMapOvr>
</p:sld>
</file>

<file path=ppt/slides/slide27.xml><?xml version="1.0" encoding="utf-8"?>
<p:sld xmlns:a="http://schemas.openxmlformats.org/drawingml/2006/main" xmlns:r="http://schemas.openxmlformats.org/officeDocument/2006/relationships" xmlns:p="http://schemas.openxmlformats.org/presentationml/2006/main">
  <p:cSld>
    <p:spTree>
      <p:nvGrpSpPr>
        <p:cNvPr id="1" name="Shape 304"/>
        <p:cNvGrpSpPr/>
        <p:nvPr/>
      </p:nvGrpSpPr>
      <p:grpSpPr>
        <a:xfrm>
          <a:off x="0" y="0"/>
          <a:ext cx="0" cy="0"/>
          <a:chOff x="0" y="0"/>
          <a:chExt cx="0" cy="0"/>
        </a:xfrm>
      </p:grpSpPr>
      <p:sp>
        <p:nvSpPr>
          <p:cNvPr id="305" name="Google Shape;305;p27"/>
          <p:cNvSpPr txBox="1">
            <a:spLocks noGrp="1"/>
          </p:cNvSpPr>
          <p:nvPr>
            <p:ph type="title"/>
          </p:nvPr>
        </p:nvSpPr>
        <p:spPr>
          <a:xfrm>
            <a:off x="550862" y="549275"/>
            <a:ext cx="11091600" cy="1332000"/>
          </a:xfrm>
          <a:prstGeom prst="rect">
            <a:avLst/>
          </a:prstGeom>
          <a:noFill/>
          <a:ln>
            <a:noFill/>
          </a:ln>
        </p:spPr>
        <p:txBody>
          <a:bodyPr spcFirstLastPara="1" wrap="square" lIns="0" tIns="0" rIns="0" bIns="0" anchor="t" anchorCtr="0">
            <a:normAutofit/>
          </a:bodyPr>
          <a:lstStyle/>
          <a:p>
            <a:pPr marL="0" lvl="0" indent="0" algn="ctr" rtl="0">
              <a:lnSpc>
                <a:spcPct val="100000"/>
              </a:lnSpc>
              <a:spcBef>
                <a:spcPts val="0"/>
              </a:spcBef>
              <a:spcAft>
                <a:spcPts val="0"/>
              </a:spcAft>
              <a:buClr>
                <a:schemeClr val="lt1"/>
              </a:buClr>
              <a:buSzPts val="4800"/>
              <a:buFont typeface="Arial"/>
              <a:buNone/>
            </a:pPr>
            <a:r>
              <a:rPr lang="en-US"/>
              <a:t>Loops</a:t>
            </a:r>
            <a:endParaRPr/>
          </a:p>
        </p:txBody>
      </p:sp>
      <p:sp>
        <p:nvSpPr>
          <p:cNvPr id="306" name="Google Shape;306;p27"/>
          <p:cNvSpPr txBox="1">
            <a:spLocks noGrp="1"/>
          </p:cNvSpPr>
          <p:nvPr>
            <p:ph type="body" idx="1"/>
          </p:nvPr>
        </p:nvSpPr>
        <p:spPr>
          <a:xfrm>
            <a:off x="550863" y="2113199"/>
            <a:ext cx="11090274" cy="3979625"/>
          </a:xfrm>
          <a:prstGeom prst="rect">
            <a:avLst/>
          </a:prstGeom>
          <a:noFill/>
          <a:ln>
            <a:noFill/>
          </a:ln>
        </p:spPr>
        <p:txBody>
          <a:bodyPr spcFirstLastPara="1" wrap="square" lIns="0" tIns="0" rIns="0" bIns="0" anchor="t" anchorCtr="0">
            <a:normAutofit/>
          </a:bodyPr>
          <a:lstStyle/>
          <a:p>
            <a:pPr marL="228600" lvl="0" indent="-228600" algn="l" rtl="0">
              <a:lnSpc>
                <a:spcPct val="110000"/>
              </a:lnSpc>
              <a:spcBef>
                <a:spcPts val="0"/>
              </a:spcBef>
              <a:spcAft>
                <a:spcPts val="0"/>
              </a:spcAft>
              <a:buClr>
                <a:schemeClr val="lt1"/>
              </a:buClr>
              <a:buSzPts val="2000"/>
              <a:buChar char="•"/>
            </a:pPr>
            <a:r>
              <a:rPr lang="en-US">
                <a:solidFill>
                  <a:schemeClr val="lt1"/>
                </a:solidFill>
              </a:rPr>
              <a:t>Do – While : </a:t>
            </a:r>
            <a:endParaRPr/>
          </a:p>
          <a:p>
            <a:pPr marL="228600" lvl="0" indent="-228600" algn="l" rtl="0">
              <a:lnSpc>
                <a:spcPct val="110000"/>
              </a:lnSpc>
              <a:spcBef>
                <a:spcPts val="1800"/>
              </a:spcBef>
              <a:spcAft>
                <a:spcPts val="0"/>
              </a:spcAft>
              <a:buClr>
                <a:schemeClr val="lt1"/>
              </a:buClr>
              <a:buSzPts val="1600"/>
              <a:buChar char="•"/>
            </a:pPr>
            <a:r>
              <a:rPr lang="en-US" sz="1600">
                <a:solidFill>
                  <a:schemeClr val="lt1"/>
                </a:solidFill>
              </a:rPr>
              <a:t>It is a type of loop that executes a block of code repeatedly as long as a specified condition is true. The key difference between the do-while loop and other loop structures like for and while is that the do-while loop guarantees that the block of code is executed at least once, regardless of whether the condition is initially true or false.</a:t>
            </a:r>
            <a:endParaRPr/>
          </a:p>
          <a:p>
            <a:pPr marL="228600" lvl="0" indent="-228600" algn="l" rtl="0">
              <a:lnSpc>
                <a:spcPct val="110000"/>
              </a:lnSpc>
              <a:spcBef>
                <a:spcPts val="1800"/>
              </a:spcBef>
              <a:spcAft>
                <a:spcPts val="0"/>
              </a:spcAft>
              <a:buClr>
                <a:schemeClr val="lt1"/>
              </a:buClr>
              <a:buSzPts val="1600"/>
              <a:buNone/>
            </a:pPr>
            <a:r>
              <a:rPr lang="en-US" sz="1600">
                <a:solidFill>
                  <a:schemeClr val="lt1"/>
                </a:solidFill>
              </a:rPr>
              <a:t>Syntax : </a:t>
            </a:r>
            <a:endParaRPr/>
          </a:p>
          <a:p>
            <a:pPr marL="0" lvl="0" indent="0" algn="l" rtl="0">
              <a:lnSpc>
                <a:spcPct val="110000"/>
              </a:lnSpc>
              <a:spcBef>
                <a:spcPts val="1800"/>
              </a:spcBef>
              <a:spcAft>
                <a:spcPts val="0"/>
              </a:spcAft>
              <a:buClr>
                <a:schemeClr val="lt1"/>
              </a:buClr>
              <a:buSzPts val="2000"/>
              <a:buNone/>
            </a:pPr>
            <a:endParaRPr>
              <a:solidFill>
                <a:srgbClr val="FFFFFF"/>
              </a:solidFill>
            </a:endParaRPr>
          </a:p>
        </p:txBody>
      </p:sp>
      <p:pic>
        <p:nvPicPr>
          <p:cNvPr id="307" name="Google Shape;307;p27" descr="A black background with white text&#10;&#10;Description automatically generated"/>
          <p:cNvPicPr preferRelativeResize="0"/>
          <p:nvPr/>
        </p:nvPicPr>
        <p:blipFill rotWithShape="1">
          <a:blip r:embed="rId3">
            <a:alphaModFix/>
          </a:blip>
          <a:srcRect/>
          <a:stretch/>
        </p:blipFill>
        <p:spPr>
          <a:xfrm>
            <a:off x="3045258" y="3562117"/>
            <a:ext cx="5318702" cy="1657061"/>
          </a:xfrm>
          <a:prstGeom prst="rect">
            <a:avLst/>
          </a:prstGeom>
          <a:noFill/>
          <a:ln>
            <a:noFill/>
          </a:ln>
        </p:spPr>
      </p:pic>
    </p:spTree>
  </p:cSld>
  <p:clrMapOvr>
    <a:masterClrMapping/>
  </p:clrMapOvr>
</p:sld>
</file>

<file path=ppt/slides/slide28.xml><?xml version="1.0" encoding="utf-8"?>
<p:sld xmlns:a="http://schemas.openxmlformats.org/drawingml/2006/main" xmlns:r="http://schemas.openxmlformats.org/officeDocument/2006/relationships" xmlns:p="http://schemas.openxmlformats.org/presentationml/2006/main">
  <p:cSld>
    <p:spTree>
      <p:nvGrpSpPr>
        <p:cNvPr id="1" name="Shape 311"/>
        <p:cNvGrpSpPr/>
        <p:nvPr/>
      </p:nvGrpSpPr>
      <p:grpSpPr>
        <a:xfrm>
          <a:off x="0" y="0"/>
          <a:ext cx="0" cy="0"/>
          <a:chOff x="0" y="0"/>
          <a:chExt cx="0" cy="0"/>
        </a:xfrm>
      </p:grpSpPr>
      <p:sp>
        <p:nvSpPr>
          <p:cNvPr id="312" name="Google Shape;312;p28"/>
          <p:cNvSpPr txBox="1">
            <a:spLocks noGrp="1"/>
          </p:cNvSpPr>
          <p:nvPr>
            <p:ph type="title"/>
          </p:nvPr>
        </p:nvSpPr>
        <p:spPr>
          <a:xfrm>
            <a:off x="466780" y="-81269"/>
            <a:ext cx="11091600" cy="1332000"/>
          </a:xfrm>
          <a:prstGeom prst="rect">
            <a:avLst/>
          </a:prstGeom>
          <a:noFill/>
          <a:ln>
            <a:noFill/>
          </a:ln>
        </p:spPr>
        <p:txBody>
          <a:bodyPr spcFirstLastPara="1" wrap="square" lIns="0" tIns="0" rIns="0" bIns="0" anchor="t" anchorCtr="0">
            <a:normAutofit/>
          </a:bodyPr>
          <a:lstStyle/>
          <a:p>
            <a:pPr marL="0" lvl="0" indent="0" algn="ctr" rtl="0">
              <a:lnSpc>
                <a:spcPct val="100000"/>
              </a:lnSpc>
              <a:spcBef>
                <a:spcPts val="0"/>
              </a:spcBef>
              <a:spcAft>
                <a:spcPts val="0"/>
              </a:spcAft>
              <a:buClr>
                <a:schemeClr val="lt1"/>
              </a:buClr>
              <a:buSzPts val="4800"/>
              <a:buFont typeface="Arial"/>
              <a:buNone/>
            </a:pPr>
            <a:r>
              <a:rPr lang="en-US"/>
              <a:t>Task 3</a:t>
            </a:r>
            <a:endParaRPr/>
          </a:p>
        </p:txBody>
      </p:sp>
      <p:sp>
        <p:nvSpPr>
          <p:cNvPr id="313" name="Google Shape;313;p28"/>
          <p:cNvSpPr txBox="1">
            <a:spLocks noGrp="1"/>
          </p:cNvSpPr>
          <p:nvPr>
            <p:ph type="body" idx="1"/>
          </p:nvPr>
        </p:nvSpPr>
        <p:spPr>
          <a:xfrm>
            <a:off x="550875" y="578075"/>
            <a:ext cx="11090100" cy="6407400"/>
          </a:xfrm>
          <a:prstGeom prst="rect">
            <a:avLst/>
          </a:prstGeom>
          <a:noFill/>
          <a:ln>
            <a:noFill/>
          </a:ln>
        </p:spPr>
        <p:txBody>
          <a:bodyPr spcFirstLastPara="1" wrap="square" lIns="0" tIns="0" rIns="0" bIns="0" anchor="t" anchorCtr="0">
            <a:normAutofit lnSpcReduction="20000"/>
          </a:bodyPr>
          <a:lstStyle/>
          <a:p>
            <a:pPr marL="228600" lvl="0" indent="-228600" algn="l" rtl="0">
              <a:lnSpc>
                <a:spcPct val="110000"/>
              </a:lnSpc>
              <a:spcBef>
                <a:spcPts val="0"/>
              </a:spcBef>
              <a:spcAft>
                <a:spcPts val="0"/>
              </a:spcAft>
              <a:buClr>
                <a:schemeClr val="lt1"/>
              </a:buClr>
              <a:buSzPts val="2000"/>
              <a:buChar char="•"/>
            </a:pPr>
            <a:r>
              <a:rPr lang="en-US"/>
              <a:t>1- Write a program to assign letter grades based on a student's score.</a:t>
            </a:r>
            <a:endParaRPr/>
          </a:p>
          <a:p>
            <a:pPr marL="228600" lvl="0" indent="-228600" algn="l" rtl="0">
              <a:lnSpc>
                <a:spcPct val="110000"/>
              </a:lnSpc>
              <a:spcBef>
                <a:spcPts val="1800"/>
              </a:spcBef>
              <a:spcAft>
                <a:spcPts val="0"/>
              </a:spcAft>
              <a:buClr>
                <a:schemeClr val="lt1"/>
              </a:buClr>
              <a:buSzPts val="2000"/>
              <a:buChar char="•"/>
            </a:pPr>
            <a:r>
              <a:rPr lang="en-US"/>
              <a:t>Ex : if score from 90-100 print A – if score from 80 – 89 print B – if score from 70 – 79 print c and so on</a:t>
            </a:r>
            <a:endParaRPr/>
          </a:p>
          <a:p>
            <a:pPr marL="228600" lvl="0" indent="-228600" algn="l" rtl="0">
              <a:lnSpc>
                <a:spcPct val="110000"/>
              </a:lnSpc>
              <a:spcBef>
                <a:spcPts val="1800"/>
              </a:spcBef>
              <a:spcAft>
                <a:spcPts val="0"/>
              </a:spcAft>
              <a:buClr>
                <a:schemeClr val="lt1"/>
              </a:buClr>
              <a:buSzPts val="2000"/>
              <a:buChar char="•"/>
            </a:pPr>
            <a:r>
              <a:rPr lang="en-US"/>
              <a:t>Write 2 programs one by if using nested if and other using switch – case</a:t>
            </a:r>
            <a:endParaRPr/>
          </a:p>
          <a:p>
            <a:pPr marL="228600" lvl="0" indent="-228600" algn="l" rtl="0">
              <a:lnSpc>
                <a:spcPct val="110000"/>
              </a:lnSpc>
              <a:spcBef>
                <a:spcPts val="1800"/>
              </a:spcBef>
              <a:spcAft>
                <a:spcPts val="0"/>
              </a:spcAft>
              <a:buClr>
                <a:schemeClr val="lt1"/>
              </a:buClr>
              <a:buSzPts val="2000"/>
              <a:buChar char="•"/>
            </a:pPr>
            <a:r>
              <a:rPr lang="en-US"/>
              <a:t>2- Check if a given year is a leap year or not. (logical operator)</a:t>
            </a:r>
            <a:endParaRPr/>
          </a:p>
          <a:p>
            <a:pPr marL="228600" lvl="0" indent="-228600" algn="l" rtl="0">
              <a:lnSpc>
                <a:spcPct val="110000"/>
              </a:lnSpc>
              <a:spcBef>
                <a:spcPts val="1800"/>
              </a:spcBef>
              <a:spcAft>
                <a:spcPts val="0"/>
              </a:spcAft>
              <a:buClr>
                <a:schemeClr val="lt1"/>
              </a:buClr>
              <a:buSzPts val="2000"/>
              <a:buChar char="•"/>
            </a:pPr>
            <a:r>
              <a:rPr lang="en-US"/>
              <a:t>A year is a leap year if: it is divisible by </a:t>
            </a:r>
            <a:r>
              <a:rPr lang="en-US" b="1"/>
              <a:t>4</a:t>
            </a:r>
            <a:r>
              <a:rPr lang="en-US"/>
              <a:t>. It is </a:t>
            </a:r>
            <a:r>
              <a:rPr lang="en-US" b="1"/>
              <a:t>not divisible by 100</a:t>
            </a:r>
            <a:r>
              <a:rPr lang="en-US"/>
              <a:t>, unless it is divisible by </a:t>
            </a:r>
            <a:r>
              <a:rPr lang="en-US" b="1"/>
              <a:t>400</a:t>
            </a:r>
            <a:r>
              <a:rPr lang="en-US"/>
              <a:t>.</a:t>
            </a:r>
            <a:endParaRPr/>
          </a:p>
          <a:p>
            <a:pPr marL="228600" lvl="0" indent="-228600" algn="l" rtl="0">
              <a:lnSpc>
                <a:spcPct val="110000"/>
              </a:lnSpc>
              <a:spcBef>
                <a:spcPts val="1800"/>
              </a:spcBef>
              <a:spcAft>
                <a:spcPts val="0"/>
              </a:spcAft>
              <a:buClr>
                <a:schemeClr val="lt1"/>
              </a:buClr>
              <a:buSzPts val="2000"/>
              <a:buChar char="•"/>
            </a:pPr>
            <a:r>
              <a:rPr lang="en-US"/>
              <a:t>3- Use a </a:t>
            </a:r>
            <a:r>
              <a:rPr lang="en-US" b="1"/>
              <a:t>for loop</a:t>
            </a:r>
            <a:r>
              <a:rPr lang="en-US"/>
              <a:t> to display the multiplication table of a given number. </a:t>
            </a:r>
            <a:endParaRPr/>
          </a:p>
          <a:p>
            <a:pPr marL="228600" lvl="0" indent="-228600" algn="l" rtl="0">
              <a:lnSpc>
                <a:spcPct val="110000"/>
              </a:lnSpc>
              <a:spcBef>
                <a:spcPts val="1800"/>
              </a:spcBef>
              <a:spcAft>
                <a:spcPts val="0"/>
              </a:spcAft>
              <a:buClr>
                <a:schemeClr val="lt1"/>
              </a:buClr>
              <a:buSzPts val="2000"/>
              <a:buChar char="•"/>
            </a:pPr>
            <a:r>
              <a:rPr lang="en-US"/>
              <a:t>4- Calculate the sum of all elements in a list using a </a:t>
            </a:r>
            <a:r>
              <a:rPr lang="en-US" b="1"/>
              <a:t>for-in loop</a:t>
            </a:r>
            <a:r>
              <a:rPr lang="en-US"/>
              <a:t>.</a:t>
            </a:r>
            <a:endParaRPr/>
          </a:p>
          <a:p>
            <a:pPr marL="228600" lvl="0" indent="-228600" algn="l" rtl="0">
              <a:lnSpc>
                <a:spcPct val="110000"/>
              </a:lnSpc>
              <a:spcBef>
                <a:spcPts val="1800"/>
              </a:spcBef>
              <a:spcAft>
                <a:spcPts val="0"/>
              </a:spcAft>
              <a:buClr>
                <a:schemeClr val="lt1"/>
              </a:buClr>
              <a:buSzPts val="2000"/>
              <a:buChar char="•"/>
            </a:pPr>
            <a:r>
              <a:rPr lang="en-US"/>
              <a:t>5- Write a program that repeatedly asks the user to guess a number until they get it right. (while -do)</a:t>
            </a:r>
            <a:endParaRPr/>
          </a:p>
          <a:p>
            <a:pPr marL="228600" lvl="0" indent="-228600" algn="l" rtl="0">
              <a:lnSpc>
                <a:spcPct val="110000"/>
              </a:lnSpc>
              <a:spcBef>
                <a:spcPts val="1800"/>
              </a:spcBef>
              <a:spcAft>
                <a:spcPts val="0"/>
              </a:spcAft>
              <a:buClr>
                <a:schemeClr val="lt1"/>
              </a:buClr>
              <a:buSzPts val="2000"/>
              <a:buChar char="•"/>
            </a:pPr>
            <a:r>
              <a:rPr lang="en-US"/>
              <a:t>If the guess is correct, print "Congratulations! You guessed it.” - If the guess is wrong, print "Try again!"</a:t>
            </a:r>
            <a:endParaRPr/>
          </a:p>
          <a:p>
            <a:pPr marL="228600" lvl="0" indent="-228600" algn="l" rtl="0">
              <a:lnSpc>
                <a:spcPct val="110000"/>
              </a:lnSpc>
              <a:spcBef>
                <a:spcPts val="1800"/>
              </a:spcBef>
              <a:spcAft>
                <a:spcPts val="0"/>
              </a:spcAft>
              <a:buClr>
                <a:schemeClr val="lt1"/>
              </a:buClr>
              <a:buSzPts val="2000"/>
              <a:buChar char="•"/>
            </a:pPr>
            <a:r>
              <a:rPr lang="en-US"/>
              <a:t>6- Use a </a:t>
            </a:r>
            <a:r>
              <a:rPr lang="en-US" b="1"/>
              <a:t>do-while loop</a:t>
            </a:r>
            <a:r>
              <a:rPr lang="en-US"/>
              <a:t> to repeatedly show a menu for basic math operations.</a:t>
            </a:r>
            <a:endParaRPr/>
          </a:p>
          <a:p>
            <a:pPr marL="228600" lvl="0" indent="-228600" algn="l" rtl="0">
              <a:lnSpc>
                <a:spcPct val="110000"/>
              </a:lnSpc>
              <a:spcBef>
                <a:spcPts val="1800"/>
              </a:spcBef>
              <a:spcAft>
                <a:spcPts val="0"/>
              </a:spcAft>
              <a:buClr>
                <a:schemeClr val="lt1"/>
              </a:buClr>
              <a:buSzPts val="2000"/>
              <a:buChar char="•"/>
            </a:pPr>
            <a:r>
              <a:rPr lang="en-US"/>
              <a:t>1. Addition 2. Subtraction 3. Exit  - If the user selects </a:t>
            </a:r>
            <a:r>
              <a:rPr lang="en-US" b="1"/>
              <a:t>1</a:t>
            </a:r>
            <a:r>
              <a:rPr lang="en-US"/>
              <a:t> or </a:t>
            </a:r>
            <a:r>
              <a:rPr lang="en-US" b="1"/>
              <a:t>2</a:t>
            </a:r>
            <a:r>
              <a:rPr lang="en-US"/>
              <a:t>, ask for two numbers and perform the operation. If the user selects </a:t>
            </a:r>
            <a:r>
              <a:rPr lang="en-US" b="1"/>
              <a:t>3</a:t>
            </a:r>
            <a:r>
              <a:rPr lang="en-US"/>
              <a:t>, exit the program.</a:t>
            </a:r>
            <a:endParaRPr/>
          </a:p>
        </p:txBody>
      </p:sp>
    </p:spTree>
  </p:cSld>
  <p:clrMapOvr>
    <a:masterClrMapping/>
  </p:clrMapOvr>
</p:sld>
</file>

<file path=ppt/slides/slide29.xml><?xml version="1.0" encoding="utf-8"?>
<p:sld xmlns:a="http://schemas.openxmlformats.org/drawingml/2006/main" xmlns:r="http://schemas.openxmlformats.org/officeDocument/2006/relationships" xmlns:p="http://schemas.openxmlformats.org/presentationml/2006/main">
  <p:cSld>
    <p:spTree>
      <p:nvGrpSpPr>
        <p:cNvPr id="1" name="Shape 317"/>
        <p:cNvGrpSpPr/>
        <p:nvPr/>
      </p:nvGrpSpPr>
      <p:grpSpPr>
        <a:xfrm>
          <a:off x="0" y="0"/>
          <a:ext cx="0" cy="0"/>
          <a:chOff x="0" y="0"/>
          <a:chExt cx="0" cy="0"/>
        </a:xfrm>
      </p:grpSpPr>
      <p:sp>
        <p:nvSpPr>
          <p:cNvPr id="318" name="Google Shape;318;p29"/>
          <p:cNvSpPr txBox="1">
            <a:spLocks noGrp="1"/>
          </p:cNvSpPr>
          <p:nvPr>
            <p:ph type="title"/>
          </p:nvPr>
        </p:nvSpPr>
        <p:spPr>
          <a:xfrm>
            <a:off x="550862" y="549275"/>
            <a:ext cx="11091600" cy="1332000"/>
          </a:xfrm>
          <a:prstGeom prst="rect">
            <a:avLst/>
          </a:prstGeom>
          <a:noFill/>
          <a:ln>
            <a:noFill/>
          </a:ln>
        </p:spPr>
        <p:txBody>
          <a:bodyPr spcFirstLastPara="1" wrap="square" lIns="0" tIns="0" rIns="0" bIns="0" anchor="t" anchorCtr="0">
            <a:normAutofit/>
          </a:bodyPr>
          <a:lstStyle/>
          <a:p>
            <a:pPr marL="0" lvl="0" indent="0" algn="ctr" rtl="0">
              <a:lnSpc>
                <a:spcPct val="100000"/>
              </a:lnSpc>
              <a:spcBef>
                <a:spcPts val="0"/>
              </a:spcBef>
              <a:spcAft>
                <a:spcPts val="0"/>
              </a:spcAft>
              <a:buClr>
                <a:schemeClr val="lt1"/>
              </a:buClr>
              <a:buSzPts val="4800"/>
              <a:buFont typeface="Arial"/>
              <a:buNone/>
            </a:pPr>
            <a:r>
              <a:rPr lang="en-US"/>
              <a:t>Functions overview</a:t>
            </a:r>
            <a:endParaRPr/>
          </a:p>
          <a:p>
            <a:pPr marL="0" lvl="0" indent="0" algn="ctr" rtl="0">
              <a:lnSpc>
                <a:spcPct val="100000"/>
              </a:lnSpc>
              <a:spcBef>
                <a:spcPts val="0"/>
              </a:spcBef>
              <a:spcAft>
                <a:spcPts val="0"/>
              </a:spcAft>
              <a:buClr>
                <a:schemeClr val="lt1"/>
              </a:buClr>
              <a:buSzPts val="4800"/>
              <a:buFont typeface="Arial"/>
              <a:buNone/>
            </a:pPr>
            <a:endParaRPr/>
          </a:p>
        </p:txBody>
      </p:sp>
      <p:sp>
        <p:nvSpPr>
          <p:cNvPr id="319" name="Google Shape;319;p29"/>
          <p:cNvSpPr txBox="1">
            <a:spLocks noGrp="1"/>
          </p:cNvSpPr>
          <p:nvPr>
            <p:ph type="body" idx="1"/>
          </p:nvPr>
        </p:nvSpPr>
        <p:spPr>
          <a:xfrm>
            <a:off x="816408" y="1709109"/>
            <a:ext cx="11090274" cy="4025806"/>
          </a:xfrm>
          <a:prstGeom prst="rect">
            <a:avLst/>
          </a:prstGeom>
          <a:noFill/>
          <a:ln>
            <a:noFill/>
          </a:ln>
        </p:spPr>
        <p:txBody>
          <a:bodyPr spcFirstLastPara="1" wrap="square" lIns="0" tIns="0" rIns="0" bIns="0" anchor="t" anchorCtr="0">
            <a:normAutofit/>
          </a:bodyPr>
          <a:lstStyle/>
          <a:p>
            <a:pPr marL="228600" lvl="0" indent="-228600" algn="l" rtl="0">
              <a:lnSpc>
                <a:spcPct val="110000"/>
              </a:lnSpc>
              <a:spcBef>
                <a:spcPts val="0"/>
              </a:spcBef>
              <a:spcAft>
                <a:spcPts val="0"/>
              </a:spcAft>
              <a:buClr>
                <a:schemeClr val="lt1"/>
              </a:buClr>
              <a:buSzPts val="2400"/>
              <a:buChar char="•"/>
            </a:pPr>
            <a:r>
              <a:rPr lang="en-US" sz="2400">
                <a:solidFill>
                  <a:schemeClr val="lt1"/>
                </a:solidFill>
              </a:rPr>
              <a:t>Basic Function </a:t>
            </a:r>
            <a:endParaRPr/>
          </a:p>
          <a:p>
            <a:pPr marL="228600" lvl="0" indent="-228600" algn="l" rtl="0">
              <a:lnSpc>
                <a:spcPct val="110000"/>
              </a:lnSpc>
              <a:spcBef>
                <a:spcPts val="1800"/>
              </a:spcBef>
              <a:spcAft>
                <a:spcPts val="0"/>
              </a:spcAft>
              <a:buClr>
                <a:schemeClr val="lt1"/>
              </a:buClr>
              <a:buSzPts val="2400"/>
              <a:buChar char="•"/>
            </a:pPr>
            <a:r>
              <a:rPr lang="en-US" sz="2400">
                <a:solidFill>
                  <a:schemeClr val="lt1"/>
                </a:solidFill>
                <a:latin typeface="Arial"/>
                <a:ea typeface="Arial"/>
                <a:cs typeface="Arial"/>
                <a:sym typeface="Arial"/>
              </a:rPr>
              <a:t>Return Statements</a:t>
            </a:r>
            <a:endParaRPr/>
          </a:p>
          <a:p>
            <a:pPr marL="228600" lvl="0" indent="-228600" algn="l" rtl="0">
              <a:lnSpc>
                <a:spcPct val="110000"/>
              </a:lnSpc>
              <a:spcBef>
                <a:spcPts val="1800"/>
              </a:spcBef>
              <a:spcAft>
                <a:spcPts val="0"/>
              </a:spcAft>
              <a:buClr>
                <a:schemeClr val="lt1"/>
              </a:buClr>
              <a:buSzPts val="2400"/>
              <a:buChar char="•"/>
            </a:pPr>
            <a:r>
              <a:rPr lang="en-US" sz="2400">
                <a:solidFill>
                  <a:schemeClr val="lt1"/>
                </a:solidFill>
                <a:latin typeface="Arial"/>
                <a:ea typeface="Arial"/>
                <a:cs typeface="Arial"/>
                <a:sym typeface="Arial"/>
              </a:rPr>
              <a:t>Parameters</a:t>
            </a:r>
            <a:endParaRPr/>
          </a:p>
          <a:p>
            <a:pPr marL="228600" lvl="0" indent="-228600" algn="l" rtl="0">
              <a:lnSpc>
                <a:spcPct val="110000"/>
              </a:lnSpc>
              <a:spcBef>
                <a:spcPts val="1800"/>
              </a:spcBef>
              <a:spcAft>
                <a:spcPts val="0"/>
              </a:spcAft>
              <a:buClr>
                <a:schemeClr val="lt1"/>
              </a:buClr>
              <a:buSzPts val="2400"/>
              <a:buChar char="•"/>
            </a:pPr>
            <a:r>
              <a:rPr lang="en-US" sz="2400">
                <a:solidFill>
                  <a:schemeClr val="lt1"/>
                </a:solidFill>
              </a:rPr>
              <a:t>Parameters and arguments</a:t>
            </a:r>
            <a:endParaRPr sz="2400">
              <a:solidFill>
                <a:schemeClr val="lt1"/>
              </a:solidFill>
              <a:latin typeface="Arial"/>
              <a:ea typeface="Arial"/>
              <a:cs typeface="Arial"/>
              <a:sym typeface="Arial"/>
            </a:endParaRPr>
          </a:p>
          <a:p>
            <a:pPr marL="228600" lvl="0" indent="-228600" algn="l" rtl="0">
              <a:lnSpc>
                <a:spcPct val="110000"/>
              </a:lnSpc>
              <a:spcBef>
                <a:spcPts val="1800"/>
              </a:spcBef>
              <a:spcAft>
                <a:spcPts val="0"/>
              </a:spcAft>
              <a:buClr>
                <a:schemeClr val="lt1"/>
              </a:buClr>
              <a:buSzPts val="2400"/>
              <a:buChar char="•"/>
            </a:pPr>
            <a:r>
              <a:rPr lang="en-US" sz="2400">
                <a:solidFill>
                  <a:schemeClr val="lt1"/>
                </a:solidFill>
                <a:latin typeface="Arial"/>
                <a:ea typeface="Arial"/>
                <a:cs typeface="Arial"/>
                <a:sym typeface="Arial"/>
              </a:rPr>
              <a:t>Optional Parameters</a:t>
            </a:r>
            <a:endParaRPr/>
          </a:p>
          <a:p>
            <a:pPr marL="228600" lvl="0" indent="-228600" algn="l" rtl="0">
              <a:lnSpc>
                <a:spcPct val="110000"/>
              </a:lnSpc>
              <a:spcBef>
                <a:spcPts val="1800"/>
              </a:spcBef>
              <a:spcAft>
                <a:spcPts val="0"/>
              </a:spcAft>
              <a:buClr>
                <a:schemeClr val="lt1"/>
              </a:buClr>
              <a:buSzPts val="2400"/>
              <a:buChar char="•"/>
            </a:pPr>
            <a:r>
              <a:rPr lang="en-US" sz="2400">
                <a:solidFill>
                  <a:schemeClr val="lt1"/>
                </a:solidFill>
                <a:latin typeface="Arial"/>
                <a:ea typeface="Arial"/>
                <a:cs typeface="Arial"/>
                <a:sym typeface="Arial"/>
              </a:rPr>
              <a:t>Named Parameters</a:t>
            </a:r>
            <a:endParaRPr/>
          </a:p>
          <a:p>
            <a:pPr marL="228600" lvl="0" indent="-114300" algn="l" rtl="0">
              <a:lnSpc>
                <a:spcPct val="110000"/>
              </a:lnSpc>
              <a:spcBef>
                <a:spcPts val="1800"/>
              </a:spcBef>
              <a:spcAft>
                <a:spcPts val="0"/>
              </a:spcAft>
              <a:buClr>
                <a:schemeClr val="lt1"/>
              </a:buClr>
              <a:buSzPts val="1800"/>
              <a:buNone/>
            </a:pPr>
            <a:endParaRPr sz="1800">
              <a:solidFill>
                <a:srgbClr val="A5A5A5"/>
              </a:solidFill>
              <a:latin typeface="Arial"/>
              <a:ea typeface="Arial"/>
              <a:cs typeface="Arial"/>
              <a:sym typeface="Arial"/>
            </a:endParaRPr>
          </a:p>
        </p:txBody>
      </p:sp>
    </p:spTree>
  </p:cSld>
  <p:clrMapOvr>
    <a:masterClrMapping/>
  </p:clrMapOvr>
</p:sld>
</file>

<file path=ppt/slides/slide30.xml><?xml version="1.0" encoding="utf-8"?>
<p:sld xmlns:a="http://schemas.openxmlformats.org/drawingml/2006/main" xmlns:r="http://schemas.openxmlformats.org/officeDocument/2006/relationships" xmlns:p="http://schemas.openxmlformats.org/presentationml/2006/main">
  <p:cSld>
    <p:spTree>
      <p:nvGrpSpPr>
        <p:cNvPr id="1" name="Shape 323"/>
        <p:cNvGrpSpPr/>
        <p:nvPr/>
      </p:nvGrpSpPr>
      <p:grpSpPr>
        <a:xfrm>
          <a:off x="0" y="0"/>
          <a:ext cx="0" cy="0"/>
          <a:chOff x="0" y="0"/>
          <a:chExt cx="0" cy="0"/>
        </a:xfrm>
      </p:grpSpPr>
      <p:sp>
        <p:nvSpPr>
          <p:cNvPr id="324" name="Google Shape;324;p30"/>
          <p:cNvSpPr txBox="1">
            <a:spLocks noGrp="1"/>
          </p:cNvSpPr>
          <p:nvPr>
            <p:ph type="title"/>
          </p:nvPr>
        </p:nvSpPr>
        <p:spPr>
          <a:xfrm>
            <a:off x="550862" y="549275"/>
            <a:ext cx="11091600" cy="1332000"/>
          </a:xfrm>
          <a:prstGeom prst="rect">
            <a:avLst/>
          </a:prstGeom>
          <a:noFill/>
          <a:ln>
            <a:noFill/>
          </a:ln>
        </p:spPr>
        <p:txBody>
          <a:bodyPr spcFirstLastPara="1" wrap="square" lIns="0" tIns="0" rIns="0" bIns="0" anchor="t" anchorCtr="0">
            <a:normAutofit/>
          </a:bodyPr>
          <a:lstStyle/>
          <a:p>
            <a:pPr marL="0" lvl="0" indent="0" algn="ctr" rtl="0">
              <a:lnSpc>
                <a:spcPct val="100000"/>
              </a:lnSpc>
              <a:spcBef>
                <a:spcPts val="0"/>
              </a:spcBef>
              <a:spcAft>
                <a:spcPts val="0"/>
              </a:spcAft>
              <a:buClr>
                <a:schemeClr val="lt1"/>
              </a:buClr>
              <a:buSzPts val="4800"/>
              <a:buFont typeface="Arial"/>
              <a:buNone/>
            </a:pPr>
            <a:r>
              <a:rPr lang="en-US"/>
              <a:t>Basic Function</a:t>
            </a:r>
            <a:endParaRPr/>
          </a:p>
        </p:txBody>
      </p:sp>
      <p:sp>
        <p:nvSpPr>
          <p:cNvPr id="325" name="Google Shape;325;p30"/>
          <p:cNvSpPr txBox="1">
            <a:spLocks noGrp="1"/>
          </p:cNvSpPr>
          <p:nvPr>
            <p:ph type="body" idx="1"/>
          </p:nvPr>
        </p:nvSpPr>
        <p:spPr>
          <a:xfrm>
            <a:off x="550863" y="1593654"/>
            <a:ext cx="11090274" cy="4499170"/>
          </a:xfrm>
          <a:prstGeom prst="rect">
            <a:avLst/>
          </a:prstGeom>
          <a:noFill/>
          <a:ln>
            <a:noFill/>
          </a:ln>
        </p:spPr>
        <p:txBody>
          <a:bodyPr spcFirstLastPara="1" wrap="square" lIns="0" tIns="0" rIns="0" bIns="0" anchor="t" anchorCtr="0">
            <a:normAutofit/>
          </a:bodyPr>
          <a:lstStyle/>
          <a:p>
            <a:pPr marL="228600" lvl="0" indent="-228600" algn="l" rtl="0">
              <a:lnSpc>
                <a:spcPct val="110000"/>
              </a:lnSpc>
              <a:spcBef>
                <a:spcPts val="0"/>
              </a:spcBef>
              <a:spcAft>
                <a:spcPts val="0"/>
              </a:spcAft>
              <a:buClr>
                <a:schemeClr val="lt1"/>
              </a:buClr>
              <a:buSzPts val="2000"/>
              <a:buChar char="•"/>
            </a:pPr>
            <a:r>
              <a:rPr lang="en-US">
                <a:solidFill>
                  <a:schemeClr val="lt1"/>
                </a:solidFill>
              </a:rPr>
              <a:t>blocks of code that take input and return a result to perform a specified action. The function is a piece of code that we can reuse instead of writing it multiple times. Functions allow programmers to break a problem into smaller parts, each of which performs a specific task. The main aim of using the function is the </a:t>
            </a:r>
            <a:r>
              <a:rPr lang="en-US" b="1">
                <a:solidFill>
                  <a:schemeClr val="lt1"/>
                </a:solidFill>
              </a:rPr>
              <a:t>DRY (Don’t Repeat Yourself) </a:t>
            </a:r>
            <a:r>
              <a:rPr lang="en-US">
                <a:solidFill>
                  <a:schemeClr val="lt1"/>
                </a:solidFill>
              </a:rPr>
              <a:t>concept.</a:t>
            </a:r>
            <a:endParaRPr>
              <a:solidFill>
                <a:schemeClr val="lt1"/>
              </a:solidFill>
            </a:endParaRPr>
          </a:p>
        </p:txBody>
      </p:sp>
      <p:pic>
        <p:nvPicPr>
          <p:cNvPr id="326" name="Google Shape;326;p30" descr="A screenshot of a computer&#10;&#10;Description automatically generated"/>
          <p:cNvPicPr preferRelativeResize="0"/>
          <p:nvPr/>
        </p:nvPicPr>
        <p:blipFill rotWithShape="1">
          <a:blip r:embed="rId3">
            <a:alphaModFix/>
          </a:blip>
          <a:srcRect/>
          <a:stretch/>
        </p:blipFill>
        <p:spPr>
          <a:xfrm>
            <a:off x="3801630" y="3273714"/>
            <a:ext cx="4011468" cy="2827481"/>
          </a:xfrm>
          <a:prstGeom prst="rect">
            <a:avLst/>
          </a:prstGeom>
          <a:noFill/>
          <a:ln>
            <a:noFill/>
          </a:ln>
        </p:spPr>
      </p:pic>
    </p:spTree>
  </p:cSld>
  <p:clrMapOvr>
    <a:masterClrMapping/>
  </p:clrMapOvr>
</p:sld>
</file>

<file path=ppt/slides/slide31.xml><?xml version="1.0" encoding="utf-8"?>
<p:sld xmlns:a="http://schemas.openxmlformats.org/drawingml/2006/main" xmlns:r="http://schemas.openxmlformats.org/officeDocument/2006/relationships" xmlns:p="http://schemas.openxmlformats.org/presentationml/2006/main">
  <p:cSld>
    <p:spTree>
      <p:nvGrpSpPr>
        <p:cNvPr id="1" name="Shape 330"/>
        <p:cNvGrpSpPr/>
        <p:nvPr/>
      </p:nvGrpSpPr>
      <p:grpSpPr>
        <a:xfrm>
          <a:off x="0" y="0"/>
          <a:ext cx="0" cy="0"/>
          <a:chOff x="0" y="0"/>
          <a:chExt cx="0" cy="0"/>
        </a:xfrm>
      </p:grpSpPr>
      <p:sp>
        <p:nvSpPr>
          <p:cNvPr id="331" name="Google Shape;331;p31"/>
          <p:cNvSpPr txBox="1">
            <a:spLocks noGrp="1"/>
          </p:cNvSpPr>
          <p:nvPr>
            <p:ph type="title"/>
          </p:nvPr>
        </p:nvSpPr>
        <p:spPr>
          <a:xfrm>
            <a:off x="550862" y="549275"/>
            <a:ext cx="11091600" cy="1332000"/>
          </a:xfrm>
          <a:prstGeom prst="rect">
            <a:avLst/>
          </a:prstGeom>
          <a:noFill/>
          <a:ln>
            <a:noFill/>
          </a:ln>
        </p:spPr>
        <p:txBody>
          <a:bodyPr spcFirstLastPara="1" wrap="square" lIns="0" tIns="0" rIns="0" bIns="0" anchor="t" anchorCtr="0">
            <a:normAutofit/>
          </a:bodyPr>
          <a:lstStyle/>
          <a:p>
            <a:pPr marL="0" lvl="0" indent="0" algn="ctr" rtl="0">
              <a:lnSpc>
                <a:spcPct val="110000"/>
              </a:lnSpc>
              <a:spcBef>
                <a:spcPts val="0"/>
              </a:spcBef>
              <a:spcAft>
                <a:spcPts val="0"/>
              </a:spcAft>
              <a:buClr>
                <a:schemeClr val="lt1"/>
              </a:buClr>
              <a:buSzPts val="4800"/>
              <a:buFont typeface="Arial"/>
              <a:buNone/>
            </a:pPr>
            <a:r>
              <a:rPr lang="en-US">
                <a:latin typeface="Arial"/>
                <a:ea typeface="Arial"/>
                <a:cs typeface="Arial"/>
                <a:sym typeface="Arial"/>
              </a:rPr>
              <a:t>Return type Functions</a:t>
            </a:r>
            <a:endParaRPr/>
          </a:p>
          <a:p>
            <a:pPr marL="0" lvl="0" indent="0" algn="ctr" rtl="0">
              <a:lnSpc>
                <a:spcPct val="100000"/>
              </a:lnSpc>
              <a:spcBef>
                <a:spcPts val="800"/>
              </a:spcBef>
              <a:spcAft>
                <a:spcPts val="0"/>
              </a:spcAft>
              <a:buClr>
                <a:schemeClr val="lt1"/>
              </a:buClr>
              <a:buSzPts val="2500"/>
              <a:buFont typeface="Arial"/>
              <a:buNone/>
            </a:pPr>
            <a:endParaRPr sz="2500"/>
          </a:p>
        </p:txBody>
      </p:sp>
      <p:sp>
        <p:nvSpPr>
          <p:cNvPr id="332" name="Google Shape;332;p31"/>
          <p:cNvSpPr txBox="1">
            <a:spLocks noGrp="1"/>
          </p:cNvSpPr>
          <p:nvPr>
            <p:ph type="body" idx="1"/>
          </p:nvPr>
        </p:nvSpPr>
        <p:spPr>
          <a:xfrm>
            <a:off x="550863" y="2113199"/>
            <a:ext cx="11090274" cy="3979625"/>
          </a:xfrm>
          <a:prstGeom prst="rect">
            <a:avLst/>
          </a:prstGeom>
          <a:noFill/>
          <a:ln>
            <a:noFill/>
          </a:ln>
        </p:spPr>
        <p:txBody>
          <a:bodyPr spcFirstLastPara="1" wrap="square" lIns="0" tIns="0" rIns="0" bIns="0" anchor="t" anchorCtr="0">
            <a:normAutofit/>
          </a:bodyPr>
          <a:lstStyle/>
          <a:p>
            <a:pPr marL="228600" lvl="0" indent="-228600" algn="l" rtl="0">
              <a:lnSpc>
                <a:spcPct val="110000"/>
              </a:lnSpc>
              <a:spcBef>
                <a:spcPts val="0"/>
              </a:spcBef>
              <a:spcAft>
                <a:spcPts val="0"/>
              </a:spcAft>
              <a:buClr>
                <a:schemeClr val="lt1"/>
              </a:buClr>
              <a:buSzPts val="2000"/>
              <a:buChar char="•"/>
            </a:pPr>
            <a:r>
              <a:rPr lang="en-US">
                <a:solidFill>
                  <a:schemeClr val="lt1"/>
                </a:solidFill>
              </a:rPr>
              <a:t>String , int , double, Map, List , Set.</a:t>
            </a:r>
            <a:endParaRPr/>
          </a:p>
          <a:p>
            <a:pPr marL="228600" lvl="0" indent="-228600" algn="l" rtl="0">
              <a:lnSpc>
                <a:spcPct val="110000"/>
              </a:lnSpc>
              <a:spcBef>
                <a:spcPts val="1800"/>
              </a:spcBef>
              <a:spcAft>
                <a:spcPts val="0"/>
              </a:spcAft>
              <a:buClr>
                <a:schemeClr val="lt1"/>
              </a:buClr>
              <a:buSzPts val="2000"/>
              <a:buChar char="•"/>
            </a:pPr>
            <a:r>
              <a:rPr lang="en-US">
                <a:solidFill>
                  <a:schemeClr val="lt1"/>
                </a:solidFill>
              </a:rPr>
              <a:t>Return statement should be with the same type .</a:t>
            </a:r>
            <a:endParaRPr/>
          </a:p>
        </p:txBody>
      </p:sp>
      <p:pic>
        <p:nvPicPr>
          <p:cNvPr id="333" name="Google Shape;333;p31" descr="A black screen with white text&#10;&#10;Description automatically generated"/>
          <p:cNvPicPr preferRelativeResize="0"/>
          <p:nvPr/>
        </p:nvPicPr>
        <p:blipFill rotWithShape="1">
          <a:blip r:embed="rId3">
            <a:alphaModFix/>
          </a:blip>
          <a:srcRect/>
          <a:stretch/>
        </p:blipFill>
        <p:spPr>
          <a:xfrm>
            <a:off x="2406795" y="4099070"/>
            <a:ext cx="7574684" cy="1684770"/>
          </a:xfrm>
          <a:prstGeom prst="rect">
            <a:avLst/>
          </a:prstGeom>
          <a:noFill/>
          <a:ln>
            <a:noFill/>
          </a:ln>
        </p:spPr>
      </p:pic>
    </p:spTree>
  </p:cSld>
  <p:clrMapOvr>
    <a:masterClrMapping/>
  </p:clrMapOvr>
</p:sld>
</file>

<file path=ppt/slides/slide32.xml><?xml version="1.0" encoding="utf-8"?>
<p:sld xmlns:a="http://schemas.openxmlformats.org/drawingml/2006/main" xmlns:r="http://schemas.openxmlformats.org/officeDocument/2006/relationships" xmlns:p="http://schemas.openxmlformats.org/presentationml/2006/main">
  <p:cSld>
    <p:spTree>
      <p:nvGrpSpPr>
        <p:cNvPr id="1" name="Shape 337"/>
        <p:cNvGrpSpPr/>
        <p:nvPr/>
      </p:nvGrpSpPr>
      <p:grpSpPr>
        <a:xfrm>
          <a:off x="0" y="0"/>
          <a:ext cx="0" cy="0"/>
          <a:chOff x="0" y="0"/>
          <a:chExt cx="0" cy="0"/>
        </a:xfrm>
      </p:grpSpPr>
      <p:sp>
        <p:nvSpPr>
          <p:cNvPr id="338" name="Google Shape;338;p32"/>
          <p:cNvSpPr txBox="1">
            <a:spLocks noGrp="1"/>
          </p:cNvSpPr>
          <p:nvPr>
            <p:ph type="title"/>
          </p:nvPr>
        </p:nvSpPr>
        <p:spPr>
          <a:xfrm>
            <a:off x="550862" y="549275"/>
            <a:ext cx="11091600" cy="1332000"/>
          </a:xfrm>
          <a:prstGeom prst="rect">
            <a:avLst/>
          </a:prstGeom>
          <a:noFill/>
          <a:ln>
            <a:noFill/>
          </a:ln>
        </p:spPr>
        <p:txBody>
          <a:bodyPr spcFirstLastPara="1" wrap="square" lIns="0" tIns="0" rIns="0" bIns="0" anchor="t" anchorCtr="0">
            <a:normAutofit/>
          </a:bodyPr>
          <a:lstStyle/>
          <a:p>
            <a:pPr marL="0" lvl="0" indent="0" algn="ctr" rtl="0">
              <a:lnSpc>
                <a:spcPct val="100000"/>
              </a:lnSpc>
              <a:spcBef>
                <a:spcPts val="0"/>
              </a:spcBef>
              <a:spcAft>
                <a:spcPts val="0"/>
              </a:spcAft>
              <a:buClr>
                <a:schemeClr val="lt1"/>
              </a:buClr>
              <a:buSzPts val="4800"/>
              <a:buFont typeface="Arial"/>
              <a:buNone/>
            </a:pPr>
            <a:r>
              <a:rPr lang="en-US">
                <a:latin typeface="Arial"/>
                <a:ea typeface="Arial"/>
                <a:cs typeface="Arial"/>
                <a:sym typeface="Arial"/>
              </a:rPr>
              <a:t>Parameters</a:t>
            </a:r>
            <a:endParaRPr/>
          </a:p>
          <a:p>
            <a:pPr marL="0" lvl="0" indent="0" algn="l" rtl="0">
              <a:lnSpc>
                <a:spcPct val="100000"/>
              </a:lnSpc>
              <a:spcBef>
                <a:spcPts val="0"/>
              </a:spcBef>
              <a:spcAft>
                <a:spcPts val="0"/>
              </a:spcAft>
              <a:buClr>
                <a:schemeClr val="lt1"/>
              </a:buClr>
              <a:buSzPts val="4800"/>
              <a:buFont typeface="Arial"/>
              <a:buNone/>
            </a:pPr>
            <a:endParaRPr/>
          </a:p>
        </p:txBody>
      </p:sp>
      <p:sp>
        <p:nvSpPr>
          <p:cNvPr id="339" name="Google Shape;339;p32"/>
          <p:cNvSpPr txBox="1">
            <a:spLocks noGrp="1"/>
          </p:cNvSpPr>
          <p:nvPr>
            <p:ph type="body" idx="1"/>
          </p:nvPr>
        </p:nvSpPr>
        <p:spPr>
          <a:xfrm>
            <a:off x="550863" y="1443563"/>
            <a:ext cx="11090274" cy="4649261"/>
          </a:xfrm>
          <a:prstGeom prst="rect">
            <a:avLst/>
          </a:prstGeom>
          <a:noFill/>
          <a:ln>
            <a:noFill/>
          </a:ln>
        </p:spPr>
        <p:txBody>
          <a:bodyPr spcFirstLastPara="1" wrap="square" lIns="0" tIns="0" rIns="0" bIns="0" anchor="t" anchorCtr="0">
            <a:normAutofit/>
          </a:bodyPr>
          <a:lstStyle/>
          <a:p>
            <a:pPr marL="228600" lvl="0" indent="-228600" algn="l" rtl="0">
              <a:lnSpc>
                <a:spcPct val="110000"/>
              </a:lnSpc>
              <a:spcBef>
                <a:spcPts val="0"/>
              </a:spcBef>
              <a:spcAft>
                <a:spcPts val="0"/>
              </a:spcAft>
              <a:buClr>
                <a:schemeClr val="lt1"/>
              </a:buClr>
              <a:buSzPts val="2000"/>
              <a:buChar char="•"/>
            </a:pPr>
            <a:r>
              <a:rPr lang="en-US">
                <a:solidFill>
                  <a:schemeClr val="lt1"/>
                </a:solidFill>
              </a:rPr>
              <a:t>Parameters is used to path variables to make an operation and return its value after the operation done</a:t>
            </a:r>
            <a:endParaRPr/>
          </a:p>
        </p:txBody>
      </p:sp>
      <p:pic>
        <p:nvPicPr>
          <p:cNvPr id="340" name="Google Shape;340;p32" descr="A computer screen with a black background"/>
          <p:cNvPicPr preferRelativeResize="0"/>
          <p:nvPr/>
        </p:nvPicPr>
        <p:blipFill rotWithShape="1">
          <a:blip r:embed="rId3">
            <a:alphaModFix/>
          </a:blip>
          <a:srcRect/>
          <a:stretch/>
        </p:blipFill>
        <p:spPr>
          <a:xfrm>
            <a:off x="1567151" y="3081627"/>
            <a:ext cx="9069243" cy="1745384"/>
          </a:xfrm>
          <a:prstGeom prst="rect">
            <a:avLst/>
          </a:prstGeom>
          <a:noFill/>
          <a:ln>
            <a:noFill/>
          </a:ln>
        </p:spPr>
      </p:pic>
    </p:spTree>
  </p:cSld>
  <p:clrMapOvr>
    <a:masterClrMapping/>
  </p:clrMapOvr>
</p:sld>
</file>

<file path=ppt/slides/slide33.xml><?xml version="1.0" encoding="utf-8"?>
<p:sld xmlns:a="http://schemas.openxmlformats.org/drawingml/2006/main" xmlns:r="http://schemas.openxmlformats.org/officeDocument/2006/relationships" xmlns:p="http://schemas.openxmlformats.org/presentationml/2006/main">
  <p:cSld>
    <p:spTree>
      <p:nvGrpSpPr>
        <p:cNvPr id="1" name="Shape 344"/>
        <p:cNvGrpSpPr/>
        <p:nvPr/>
      </p:nvGrpSpPr>
      <p:grpSpPr>
        <a:xfrm>
          <a:off x="0" y="0"/>
          <a:ext cx="0" cy="0"/>
          <a:chOff x="0" y="0"/>
          <a:chExt cx="0" cy="0"/>
        </a:xfrm>
      </p:grpSpPr>
      <p:sp>
        <p:nvSpPr>
          <p:cNvPr id="345" name="Google Shape;345;p33"/>
          <p:cNvSpPr txBox="1">
            <a:spLocks noGrp="1"/>
          </p:cNvSpPr>
          <p:nvPr>
            <p:ph type="title"/>
          </p:nvPr>
        </p:nvSpPr>
        <p:spPr>
          <a:xfrm>
            <a:off x="550862" y="549275"/>
            <a:ext cx="11091600" cy="1332000"/>
          </a:xfrm>
          <a:prstGeom prst="rect">
            <a:avLst/>
          </a:prstGeom>
          <a:noFill/>
          <a:ln>
            <a:noFill/>
          </a:ln>
        </p:spPr>
        <p:txBody>
          <a:bodyPr spcFirstLastPara="1" wrap="square" lIns="0" tIns="0" rIns="0" bIns="0" anchor="t" anchorCtr="0">
            <a:normAutofit/>
          </a:bodyPr>
          <a:lstStyle/>
          <a:p>
            <a:pPr marL="0" lvl="0" indent="0" algn="ctr" rtl="0">
              <a:lnSpc>
                <a:spcPct val="100000"/>
              </a:lnSpc>
              <a:spcBef>
                <a:spcPts val="0"/>
              </a:spcBef>
              <a:spcAft>
                <a:spcPts val="0"/>
              </a:spcAft>
              <a:buClr>
                <a:schemeClr val="lt1"/>
              </a:buClr>
              <a:buSzPts val="4800"/>
              <a:buFont typeface="Arial"/>
              <a:buNone/>
            </a:pPr>
            <a:r>
              <a:rPr lang="en-US">
                <a:latin typeface="Arial"/>
                <a:ea typeface="Arial"/>
                <a:cs typeface="Arial"/>
                <a:sym typeface="Arial"/>
              </a:rPr>
              <a:t>Parameters &amp; Arguments</a:t>
            </a:r>
            <a:endParaRPr/>
          </a:p>
        </p:txBody>
      </p:sp>
      <p:sp>
        <p:nvSpPr>
          <p:cNvPr id="346" name="Google Shape;346;p33"/>
          <p:cNvSpPr txBox="1">
            <a:spLocks noGrp="1"/>
          </p:cNvSpPr>
          <p:nvPr>
            <p:ph type="body" idx="1"/>
          </p:nvPr>
        </p:nvSpPr>
        <p:spPr>
          <a:xfrm>
            <a:off x="550863" y="2113199"/>
            <a:ext cx="11090274" cy="3979625"/>
          </a:xfrm>
          <a:prstGeom prst="rect">
            <a:avLst/>
          </a:prstGeom>
          <a:noFill/>
          <a:ln>
            <a:noFill/>
          </a:ln>
        </p:spPr>
        <p:txBody>
          <a:bodyPr spcFirstLastPara="1" wrap="square" lIns="0" tIns="0" rIns="0" bIns="0" anchor="t" anchorCtr="0">
            <a:normAutofit/>
          </a:bodyPr>
          <a:lstStyle/>
          <a:p>
            <a:pPr marL="228600" lvl="0" indent="-228600" algn="l" rtl="0">
              <a:lnSpc>
                <a:spcPct val="110000"/>
              </a:lnSpc>
              <a:spcBef>
                <a:spcPts val="0"/>
              </a:spcBef>
              <a:spcAft>
                <a:spcPts val="0"/>
              </a:spcAft>
              <a:buClr>
                <a:schemeClr val="lt1"/>
              </a:buClr>
              <a:buSzPts val="2000"/>
              <a:buChar char="•"/>
            </a:pPr>
            <a:r>
              <a:rPr lang="en-US">
                <a:solidFill>
                  <a:schemeClr val="lt1"/>
                </a:solidFill>
                <a:latin typeface="Arial"/>
                <a:ea typeface="Arial"/>
                <a:cs typeface="Arial"/>
                <a:sym typeface="Arial"/>
              </a:rPr>
              <a:t>Parameters is the define of the variables that will use inside the functions.</a:t>
            </a:r>
            <a:endParaRPr/>
          </a:p>
          <a:p>
            <a:pPr marL="228600" lvl="0" indent="-228600" algn="l" rtl="0">
              <a:lnSpc>
                <a:spcPct val="110000"/>
              </a:lnSpc>
              <a:spcBef>
                <a:spcPts val="1800"/>
              </a:spcBef>
              <a:spcAft>
                <a:spcPts val="0"/>
              </a:spcAft>
              <a:buClr>
                <a:schemeClr val="lt1"/>
              </a:buClr>
              <a:buSzPts val="2000"/>
              <a:buChar char="•"/>
            </a:pPr>
            <a:r>
              <a:rPr lang="en-US">
                <a:solidFill>
                  <a:schemeClr val="lt1"/>
                </a:solidFill>
              </a:rPr>
              <a:t>Arguments is the value that using while calling the functions</a:t>
            </a:r>
            <a:endParaRPr/>
          </a:p>
        </p:txBody>
      </p:sp>
      <p:pic>
        <p:nvPicPr>
          <p:cNvPr id="347" name="Google Shape;347;p33" descr="A black screen with white text&#10;&#10;Description automatically generated"/>
          <p:cNvPicPr preferRelativeResize="0"/>
          <p:nvPr/>
        </p:nvPicPr>
        <p:blipFill rotWithShape="1">
          <a:blip r:embed="rId3">
            <a:alphaModFix/>
          </a:blip>
          <a:srcRect/>
          <a:stretch/>
        </p:blipFill>
        <p:spPr>
          <a:xfrm>
            <a:off x="3468977" y="3650961"/>
            <a:ext cx="4676775" cy="895350"/>
          </a:xfrm>
          <a:prstGeom prst="rect">
            <a:avLst/>
          </a:prstGeom>
          <a:noFill/>
          <a:ln>
            <a:noFill/>
          </a:ln>
        </p:spPr>
      </p:pic>
      <p:pic>
        <p:nvPicPr>
          <p:cNvPr id="348" name="Google Shape;348;p33"/>
          <p:cNvPicPr preferRelativeResize="0"/>
          <p:nvPr/>
        </p:nvPicPr>
        <p:blipFill rotWithShape="1">
          <a:blip r:embed="rId4">
            <a:alphaModFix/>
          </a:blip>
          <a:srcRect/>
          <a:stretch/>
        </p:blipFill>
        <p:spPr>
          <a:xfrm>
            <a:off x="3053340" y="4640984"/>
            <a:ext cx="5519593" cy="381577"/>
          </a:xfrm>
          <a:prstGeom prst="rect">
            <a:avLst/>
          </a:prstGeom>
          <a:noFill/>
          <a:ln>
            <a:noFill/>
          </a:ln>
        </p:spPr>
      </p:pic>
    </p:spTree>
  </p:cSld>
  <p:clrMapOvr>
    <a:masterClrMapping/>
  </p:clrMapOvr>
</p:sld>
</file>

<file path=ppt/slides/slide34.xml><?xml version="1.0" encoding="utf-8"?>
<p:sld xmlns:a="http://schemas.openxmlformats.org/drawingml/2006/main" xmlns:r="http://schemas.openxmlformats.org/officeDocument/2006/relationships" xmlns:p="http://schemas.openxmlformats.org/presentationml/2006/main">
  <p:cSld>
    <p:spTree>
      <p:nvGrpSpPr>
        <p:cNvPr id="1" name="Shape 352"/>
        <p:cNvGrpSpPr/>
        <p:nvPr/>
      </p:nvGrpSpPr>
      <p:grpSpPr>
        <a:xfrm>
          <a:off x="0" y="0"/>
          <a:ext cx="0" cy="0"/>
          <a:chOff x="0" y="0"/>
          <a:chExt cx="0" cy="0"/>
        </a:xfrm>
      </p:grpSpPr>
      <p:sp>
        <p:nvSpPr>
          <p:cNvPr id="353" name="Google Shape;353;p34"/>
          <p:cNvSpPr txBox="1">
            <a:spLocks noGrp="1"/>
          </p:cNvSpPr>
          <p:nvPr>
            <p:ph type="title"/>
          </p:nvPr>
        </p:nvSpPr>
        <p:spPr>
          <a:xfrm>
            <a:off x="550862" y="549275"/>
            <a:ext cx="11091600" cy="1332000"/>
          </a:xfrm>
          <a:prstGeom prst="rect">
            <a:avLst/>
          </a:prstGeom>
          <a:noFill/>
          <a:ln>
            <a:noFill/>
          </a:ln>
        </p:spPr>
        <p:txBody>
          <a:bodyPr spcFirstLastPara="1" wrap="square" lIns="0" tIns="0" rIns="0" bIns="0" anchor="t" anchorCtr="0">
            <a:normAutofit/>
          </a:bodyPr>
          <a:lstStyle/>
          <a:p>
            <a:pPr marL="0" lvl="0" indent="0" algn="ctr" rtl="0">
              <a:lnSpc>
                <a:spcPct val="100000"/>
              </a:lnSpc>
              <a:spcBef>
                <a:spcPts val="0"/>
              </a:spcBef>
              <a:spcAft>
                <a:spcPts val="0"/>
              </a:spcAft>
              <a:buClr>
                <a:schemeClr val="lt1"/>
              </a:buClr>
              <a:buSzPts val="4800"/>
              <a:buFont typeface="Arial"/>
              <a:buNone/>
            </a:pPr>
            <a:r>
              <a:rPr lang="en-US">
                <a:latin typeface="Arial"/>
                <a:ea typeface="Arial"/>
                <a:cs typeface="Arial"/>
                <a:sym typeface="Arial"/>
              </a:rPr>
              <a:t>Optional Parameters</a:t>
            </a:r>
            <a:endParaRPr>
              <a:solidFill>
                <a:srgbClr val="000000"/>
              </a:solidFill>
              <a:latin typeface="Arial"/>
              <a:ea typeface="Arial"/>
              <a:cs typeface="Arial"/>
              <a:sym typeface="Arial"/>
            </a:endParaRPr>
          </a:p>
          <a:p>
            <a:pPr marL="0" lvl="0" indent="0" algn="l" rtl="0">
              <a:lnSpc>
                <a:spcPct val="100000"/>
              </a:lnSpc>
              <a:spcBef>
                <a:spcPts val="0"/>
              </a:spcBef>
              <a:spcAft>
                <a:spcPts val="0"/>
              </a:spcAft>
              <a:buClr>
                <a:schemeClr val="lt1"/>
              </a:buClr>
              <a:buSzPts val="4800"/>
              <a:buFont typeface="Arial"/>
              <a:buNone/>
            </a:pPr>
            <a:endParaRPr/>
          </a:p>
        </p:txBody>
      </p:sp>
      <p:sp>
        <p:nvSpPr>
          <p:cNvPr id="354" name="Google Shape;354;p34"/>
          <p:cNvSpPr txBox="1">
            <a:spLocks noGrp="1"/>
          </p:cNvSpPr>
          <p:nvPr>
            <p:ph type="body" idx="1"/>
          </p:nvPr>
        </p:nvSpPr>
        <p:spPr>
          <a:xfrm>
            <a:off x="550863" y="2113199"/>
            <a:ext cx="11090274" cy="3979625"/>
          </a:xfrm>
          <a:prstGeom prst="rect">
            <a:avLst/>
          </a:prstGeom>
          <a:noFill/>
          <a:ln>
            <a:noFill/>
          </a:ln>
        </p:spPr>
        <p:txBody>
          <a:bodyPr spcFirstLastPara="1" wrap="square" lIns="0" tIns="0" rIns="0" bIns="0" anchor="t" anchorCtr="0">
            <a:normAutofit/>
          </a:bodyPr>
          <a:lstStyle/>
          <a:p>
            <a:pPr marL="228600" lvl="0" indent="-228600" algn="l" rtl="0">
              <a:lnSpc>
                <a:spcPct val="110000"/>
              </a:lnSpc>
              <a:spcBef>
                <a:spcPts val="0"/>
              </a:spcBef>
              <a:spcAft>
                <a:spcPts val="0"/>
              </a:spcAft>
              <a:buClr>
                <a:schemeClr val="lt1"/>
              </a:buClr>
              <a:buSzPts val="2000"/>
              <a:buChar char="•"/>
            </a:pPr>
            <a:r>
              <a:rPr lang="en-US">
                <a:solidFill>
                  <a:schemeClr val="lt1"/>
                </a:solidFill>
              </a:rPr>
              <a:t>Optional positional parameters are defined using square brackets [ ] around the parameter names. These parameters are optional, and the function can be called without providing values for them.</a:t>
            </a:r>
            <a:endParaRPr>
              <a:solidFill>
                <a:schemeClr val="lt1"/>
              </a:solidFill>
            </a:endParaRPr>
          </a:p>
        </p:txBody>
      </p:sp>
      <p:pic>
        <p:nvPicPr>
          <p:cNvPr id="355" name="Google Shape;355;p34" descr="A screen shot of a computer program&#10;&#10;Description automatically generated"/>
          <p:cNvPicPr preferRelativeResize="0"/>
          <p:nvPr/>
        </p:nvPicPr>
        <p:blipFill rotWithShape="1">
          <a:blip r:embed="rId3">
            <a:alphaModFix/>
          </a:blip>
          <a:srcRect/>
          <a:stretch/>
        </p:blipFill>
        <p:spPr>
          <a:xfrm>
            <a:off x="3044392" y="3426979"/>
            <a:ext cx="6114761" cy="2878859"/>
          </a:xfrm>
          <a:prstGeom prst="rect">
            <a:avLst/>
          </a:prstGeom>
          <a:noFill/>
          <a:ln>
            <a:noFill/>
          </a:ln>
        </p:spPr>
      </p:pic>
    </p:spTree>
  </p:cSld>
  <p:clrMapOvr>
    <a:masterClrMapping/>
  </p:clrMapOvr>
</p:sld>
</file>

<file path=ppt/slides/slide35.xml><?xml version="1.0" encoding="utf-8"?>
<p:sld xmlns:a="http://schemas.openxmlformats.org/drawingml/2006/main" xmlns:r="http://schemas.openxmlformats.org/officeDocument/2006/relationships" xmlns:p="http://schemas.openxmlformats.org/presentationml/2006/main">
  <p:cSld>
    <p:spTree>
      <p:nvGrpSpPr>
        <p:cNvPr id="1" name="Shape 359"/>
        <p:cNvGrpSpPr/>
        <p:nvPr/>
      </p:nvGrpSpPr>
      <p:grpSpPr>
        <a:xfrm>
          <a:off x="0" y="0"/>
          <a:ext cx="0" cy="0"/>
          <a:chOff x="0" y="0"/>
          <a:chExt cx="0" cy="0"/>
        </a:xfrm>
      </p:grpSpPr>
      <p:sp>
        <p:nvSpPr>
          <p:cNvPr id="360" name="Google Shape;360;p35"/>
          <p:cNvSpPr txBox="1">
            <a:spLocks noGrp="1"/>
          </p:cNvSpPr>
          <p:nvPr>
            <p:ph type="title"/>
          </p:nvPr>
        </p:nvSpPr>
        <p:spPr>
          <a:xfrm>
            <a:off x="550862" y="549275"/>
            <a:ext cx="11091600" cy="1332000"/>
          </a:xfrm>
          <a:prstGeom prst="rect">
            <a:avLst/>
          </a:prstGeom>
          <a:noFill/>
          <a:ln>
            <a:noFill/>
          </a:ln>
        </p:spPr>
        <p:txBody>
          <a:bodyPr spcFirstLastPara="1" wrap="square" lIns="0" tIns="0" rIns="0" bIns="0" anchor="t" anchorCtr="0">
            <a:normAutofit/>
          </a:bodyPr>
          <a:lstStyle/>
          <a:p>
            <a:pPr marL="0" lvl="0" indent="0" algn="ctr" rtl="0">
              <a:lnSpc>
                <a:spcPct val="100000"/>
              </a:lnSpc>
              <a:spcBef>
                <a:spcPts val="0"/>
              </a:spcBef>
              <a:spcAft>
                <a:spcPts val="0"/>
              </a:spcAft>
              <a:buClr>
                <a:schemeClr val="lt1"/>
              </a:buClr>
              <a:buSzPts val="4800"/>
              <a:buFont typeface="Arial"/>
              <a:buNone/>
            </a:pPr>
            <a:r>
              <a:rPr lang="en-US">
                <a:latin typeface="Arial"/>
                <a:ea typeface="Arial"/>
                <a:cs typeface="Arial"/>
                <a:sym typeface="Arial"/>
              </a:rPr>
              <a:t>Named Parameters</a:t>
            </a:r>
            <a:endParaRPr/>
          </a:p>
          <a:p>
            <a:pPr marL="0" lvl="0" indent="0" algn="l" rtl="0">
              <a:lnSpc>
                <a:spcPct val="100000"/>
              </a:lnSpc>
              <a:spcBef>
                <a:spcPts val="0"/>
              </a:spcBef>
              <a:spcAft>
                <a:spcPts val="0"/>
              </a:spcAft>
              <a:buClr>
                <a:schemeClr val="lt1"/>
              </a:buClr>
              <a:buSzPts val="4800"/>
              <a:buFont typeface="Arial"/>
              <a:buNone/>
            </a:pPr>
            <a:endParaRPr/>
          </a:p>
          <a:p>
            <a:pPr marL="0" lvl="0" indent="0" algn="l" rtl="0">
              <a:lnSpc>
                <a:spcPct val="100000"/>
              </a:lnSpc>
              <a:spcBef>
                <a:spcPts val="0"/>
              </a:spcBef>
              <a:spcAft>
                <a:spcPts val="0"/>
              </a:spcAft>
              <a:buClr>
                <a:schemeClr val="lt1"/>
              </a:buClr>
              <a:buSzPts val="4800"/>
              <a:buFont typeface="Arial"/>
              <a:buNone/>
            </a:pPr>
            <a:endParaRPr/>
          </a:p>
        </p:txBody>
      </p:sp>
      <p:sp>
        <p:nvSpPr>
          <p:cNvPr id="361" name="Google Shape;361;p35"/>
          <p:cNvSpPr txBox="1">
            <a:spLocks noGrp="1"/>
          </p:cNvSpPr>
          <p:nvPr>
            <p:ph type="body" idx="1"/>
          </p:nvPr>
        </p:nvSpPr>
        <p:spPr>
          <a:xfrm>
            <a:off x="550863" y="2113199"/>
            <a:ext cx="11090274" cy="4187443"/>
          </a:xfrm>
          <a:prstGeom prst="rect">
            <a:avLst/>
          </a:prstGeom>
          <a:noFill/>
          <a:ln>
            <a:noFill/>
          </a:ln>
        </p:spPr>
        <p:txBody>
          <a:bodyPr spcFirstLastPara="1" wrap="square" lIns="0" tIns="0" rIns="0" bIns="0" anchor="t" anchorCtr="0">
            <a:normAutofit/>
          </a:bodyPr>
          <a:lstStyle/>
          <a:p>
            <a:pPr marL="228600" lvl="0" indent="-228600" algn="l" rtl="0">
              <a:lnSpc>
                <a:spcPct val="110000"/>
              </a:lnSpc>
              <a:spcBef>
                <a:spcPts val="0"/>
              </a:spcBef>
              <a:spcAft>
                <a:spcPts val="0"/>
              </a:spcAft>
              <a:buClr>
                <a:schemeClr val="lt1"/>
              </a:buClr>
              <a:buSzPts val="2000"/>
              <a:buChar char="•"/>
            </a:pPr>
            <a:r>
              <a:rPr lang="en-US">
                <a:solidFill>
                  <a:schemeClr val="lt1"/>
                </a:solidFill>
              </a:rPr>
              <a:t>Named parameters are defined using curly braces {} around the parameter names. These parameters are also optional, and the function can be called without providing values for them. Named parameters are identified by their names when calling the function.  named parameters give parameters to be optional , if you need to be required you can use required key word.</a:t>
            </a:r>
            <a:endParaRPr>
              <a:solidFill>
                <a:schemeClr val="lt1"/>
              </a:solidFill>
            </a:endParaRPr>
          </a:p>
        </p:txBody>
      </p:sp>
      <p:pic>
        <p:nvPicPr>
          <p:cNvPr id="362" name="Google Shape;362;p35" descr="A screen shot of a computer program&#10;&#10;Description automatically generated"/>
          <p:cNvPicPr preferRelativeResize="0"/>
          <p:nvPr/>
        </p:nvPicPr>
        <p:blipFill rotWithShape="1">
          <a:blip r:embed="rId3">
            <a:alphaModFix/>
          </a:blip>
          <a:srcRect/>
          <a:stretch/>
        </p:blipFill>
        <p:spPr>
          <a:xfrm>
            <a:off x="2654878" y="3738706"/>
            <a:ext cx="6893790" cy="2451677"/>
          </a:xfrm>
          <a:prstGeom prst="rect">
            <a:avLst/>
          </a:prstGeom>
          <a:noFill/>
          <a:ln>
            <a:noFill/>
          </a:ln>
        </p:spPr>
      </p:pic>
    </p:spTree>
  </p:cSld>
  <p:clrMapOvr>
    <a:masterClrMapping/>
  </p:clrMapOvr>
</p:sld>
</file>

<file path=ppt/slides/slide36.xml><?xml version="1.0" encoding="utf-8"?>
<p:sld xmlns:a="http://schemas.openxmlformats.org/drawingml/2006/main" xmlns:r="http://schemas.openxmlformats.org/officeDocument/2006/relationships" xmlns:p="http://schemas.openxmlformats.org/presentationml/2006/main">
  <p:cSld>
    <p:spTree>
      <p:nvGrpSpPr>
        <p:cNvPr id="1" name="Shape 366"/>
        <p:cNvGrpSpPr/>
        <p:nvPr/>
      </p:nvGrpSpPr>
      <p:grpSpPr>
        <a:xfrm>
          <a:off x="0" y="0"/>
          <a:ext cx="0" cy="0"/>
          <a:chOff x="0" y="0"/>
          <a:chExt cx="0" cy="0"/>
        </a:xfrm>
      </p:grpSpPr>
      <p:sp>
        <p:nvSpPr>
          <p:cNvPr id="367" name="Google Shape;367;p36"/>
          <p:cNvSpPr txBox="1">
            <a:spLocks noGrp="1"/>
          </p:cNvSpPr>
          <p:nvPr>
            <p:ph type="title"/>
          </p:nvPr>
        </p:nvSpPr>
        <p:spPr>
          <a:xfrm>
            <a:off x="550862" y="549275"/>
            <a:ext cx="11091600" cy="1332000"/>
          </a:xfrm>
          <a:prstGeom prst="rect">
            <a:avLst/>
          </a:prstGeom>
          <a:noFill/>
          <a:ln>
            <a:noFill/>
          </a:ln>
        </p:spPr>
        <p:txBody>
          <a:bodyPr spcFirstLastPara="1" wrap="square" lIns="0" tIns="0" rIns="0" bIns="0" anchor="t" anchorCtr="0">
            <a:normAutofit/>
          </a:bodyPr>
          <a:lstStyle/>
          <a:p>
            <a:pPr marL="0" lvl="0" indent="0" algn="ctr" rtl="0">
              <a:lnSpc>
                <a:spcPct val="100000"/>
              </a:lnSpc>
              <a:spcBef>
                <a:spcPts val="0"/>
              </a:spcBef>
              <a:spcAft>
                <a:spcPts val="0"/>
              </a:spcAft>
              <a:buClr>
                <a:schemeClr val="lt1"/>
              </a:buClr>
              <a:buSzPts val="4800"/>
              <a:buFont typeface="Arial"/>
              <a:buNone/>
            </a:pPr>
            <a:r>
              <a:rPr lang="en-US"/>
              <a:t>Scoop</a:t>
            </a:r>
            <a:endParaRPr/>
          </a:p>
        </p:txBody>
      </p:sp>
      <p:sp>
        <p:nvSpPr>
          <p:cNvPr id="368" name="Google Shape;368;p36"/>
          <p:cNvSpPr txBox="1">
            <a:spLocks noGrp="1"/>
          </p:cNvSpPr>
          <p:nvPr>
            <p:ph type="body" idx="1"/>
          </p:nvPr>
        </p:nvSpPr>
        <p:spPr>
          <a:xfrm>
            <a:off x="550863" y="1709110"/>
            <a:ext cx="11090274" cy="4880169"/>
          </a:xfrm>
          <a:prstGeom prst="rect">
            <a:avLst/>
          </a:prstGeom>
          <a:noFill/>
          <a:ln>
            <a:noFill/>
          </a:ln>
        </p:spPr>
        <p:txBody>
          <a:bodyPr spcFirstLastPara="1" wrap="square" lIns="0" tIns="0" rIns="0" bIns="0" anchor="t" anchorCtr="0">
            <a:normAutofit/>
          </a:bodyPr>
          <a:lstStyle/>
          <a:p>
            <a:pPr marL="0" lvl="0" indent="0" algn="l" rtl="0">
              <a:lnSpc>
                <a:spcPct val="110000"/>
              </a:lnSpc>
              <a:spcBef>
                <a:spcPts val="0"/>
              </a:spcBef>
              <a:spcAft>
                <a:spcPts val="0"/>
              </a:spcAft>
              <a:buClr>
                <a:schemeClr val="lt1"/>
              </a:buClr>
              <a:buSzPts val="1800"/>
              <a:buNone/>
            </a:pPr>
            <a:r>
              <a:rPr lang="en-US" sz="1800">
                <a:solidFill>
                  <a:schemeClr val="lt1"/>
                </a:solidFill>
              </a:rPr>
              <a:t>In Dart, scope refers to the visibility and accessibility of variables, functions, and classes within different parts of your code. Dart has several levels of scope, including global scope, class scope, and block scope.</a:t>
            </a:r>
            <a:endParaRPr sz="1800">
              <a:solidFill>
                <a:schemeClr val="lt1"/>
              </a:solidFill>
            </a:endParaRPr>
          </a:p>
          <a:p>
            <a:pPr marL="342900" lvl="0" indent="-342900" algn="l" rtl="0">
              <a:lnSpc>
                <a:spcPct val="110000"/>
              </a:lnSpc>
              <a:spcBef>
                <a:spcPts val="1800"/>
              </a:spcBef>
              <a:spcAft>
                <a:spcPts val="0"/>
              </a:spcAft>
              <a:buClr>
                <a:schemeClr val="lt1"/>
              </a:buClr>
              <a:buSzPts val="1800"/>
              <a:buAutoNum type="arabicPeriod"/>
            </a:pPr>
            <a:r>
              <a:rPr lang="en-US" sz="1800">
                <a:solidFill>
                  <a:schemeClr val="lt1"/>
                </a:solidFill>
              </a:rPr>
              <a:t>Global Scope:</a:t>
            </a:r>
            <a:br>
              <a:rPr lang="en-US" sz="1800"/>
            </a:br>
            <a:r>
              <a:rPr lang="en-US" sz="1800">
                <a:solidFill>
                  <a:schemeClr val="lt1"/>
                </a:solidFill>
              </a:rPr>
              <a:t>Variables and functions defined outside of any class or function have global scope. They can be accessed from anywhere within the Dart file.</a:t>
            </a:r>
            <a:endParaRPr sz="1800">
              <a:solidFill>
                <a:schemeClr val="lt1"/>
              </a:solidFill>
            </a:endParaRPr>
          </a:p>
          <a:p>
            <a:pPr marL="342900" lvl="0" indent="-342900" algn="l" rtl="0">
              <a:lnSpc>
                <a:spcPct val="110000"/>
              </a:lnSpc>
              <a:spcBef>
                <a:spcPts val="1800"/>
              </a:spcBef>
              <a:spcAft>
                <a:spcPts val="0"/>
              </a:spcAft>
              <a:buClr>
                <a:schemeClr val="lt1"/>
              </a:buClr>
              <a:buSzPts val="1600"/>
              <a:buAutoNum type="arabicPeriod"/>
            </a:pPr>
            <a:r>
              <a:rPr lang="en-US" sz="1600">
                <a:solidFill>
                  <a:schemeClr val="lt1"/>
                </a:solidFill>
              </a:rPr>
              <a:t>Block Scope:</a:t>
            </a:r>
            <a:br>
              <a:rPr lang="en-US" sz="1600"/>
            </a:br>
            <a:r>
              <a:rPr lang="en-US" sz="1600">
                <a:solidFill>
                  <a:schemeClr val="lt1"/>
                </a:solidFill>
              </a:rPr>
              <a:t>Block scope refers to variables defined within blocks of code, such as within loops, conditional statements, or function bodies. Variables defined within a block are only accessible within that block.</a:t>
            </a:r>
            <a:endParaRPr/>
          </a:p>
          <a:p>
            <a:pPr marL="342900" lvl="0" indent="-342900" algn="l" rtl="0">
              <a:lnSpc>
                <a:spcPct val="110000"/>
              </a:lnSpc>
              <a:spcBef>
                <a:spcPts val="1800"/>
              </a:spcBef>
              <a:spcAft>
                <a:spcPts val="0"/>
              </a:spcAft>
              <a:buClr>
                <a:schemeClr val="lt1"/>
              </a:buClr>
              <a:buSzPts val="1600"/>
              <a:buAutoNum type="arabicPeriod"/>
            </a:pPr>
            <a:r>
              <a:rPr lang="en-US" sz="1600">
                <a:solidFill>
                  <a:schemeClr val="lt1"/>
                </a:solidFill>
              </a:rPr>
              <a:t>Class Scope:</a:t>
            </a:r>
            <a:br>
              <a:rPr lang="en-US" sz="1600"/>
            </a:br>
            <a:r>
              <a:rPr lang="en-US" sz="1600">
                <a:solidFill>
                  <a:schemeClr val="lt1"/>
                </a:solidFill>
              </a:rPr>
              <a:t>Variables and functions defined within a class have class scope. They can be accessed within the class using the this keyword or without it, depending on the context.</a:t>
            </a:r>
            <a:endParaRPr/>
          </a:p>
        </p:txBody>
      </p:sp>
    </p:spTree>
  </p:cSld>
  <p:clrMapOvr>
    <a:masterClrMapping/>
  </p:clrMapOvr>
</p:sld>
</file>

<file path=ppt/slides/slide37.xml><?xml version="1.0" encoding="utf-8"?>
<p:sld xmlns:a="http://schemas.openxmlformats.org/drawingml/2006/main" xmlns:r="http://schemas.openxmlformats.org/officeDocument/2006/relationships" xmlns:p="http://schemas.openxmlformats.org/presentationml/2006/main">
  <p:cSld>
    <p:spTree>
      <p:nvGrpSpPr>
        <p:cNvPr id="1" name="Shape 372"/>
        <p:cNvGrpSpPr/>
        <p:nvPr/>
      </p:nvGrpSpPr>
      <p:grpSpPr>
        <a:xfrm>
          <a:off x="0" y="0"/>
          <a:ext cx="0" cy="0"/>
          <a:chOff x="0" y="0"/>
          <a:chExt cx="0" cy="0"/>
        </a:xfrm>
      </p:grpSpPr>
      <p:sp>
        <p:nvSpPr>
          <p:cNvPr id="373" name="Google Shape;373;p37"/>
          <p:cNvSpPr txBox="1">
            <a:spLocks noGrp="1"/>
          </p:cNvSpPr>
          <p:nvPr>
            <p:ph type="title"/>
          </p:nvPr>
        </p:nvSpPr>
        <p:spPr>
          <a:xfrm>
            <a:off x="550862" y="549275"/>
            <a:ext cx="11091600" cy="1332000"/>
          </a:xfrm>
          <a:prstGeom prst="rect">
            <a:avLst/>
          </a:prstGeom>
          <a:noFill/>
          <a:ln>
            <a:noFill/>
          </a:ln>
        </p:spPr>
        <p:txBody>
          <a:bodyPr spcFirstLastPara="1" wrap="square" lIns="0" tIns="0" rIns="0" bIns="0" anchor="t" anchorCtr="0">
            <a:normAutofit/>
          </a:bodyPr>
          <a:lstStyle/>
          <a:p>
            <a:pPr marL="0" lvl="0" indent="0" algn="ctr" rtl="0">
              <a:lnSpc>
                <a:spcPct val="100000"/>
              </a:lnSpc>
              <a:spcBef>
                <a:spcPts val="0"/>
              </a:spcBef>
              <a:spcAft>
                <a:spcPts val="0"/>
              </a:spcAft>
              <a:buClr>
                <a:schemeClr val="lt1"/>
              </a:buClr>
              <a:buSzPts val="4800"/>
              <a:buFont typeface="Arial"/>
              <a:buNone/>
            </a:pPr>
            <a:r>
              <a:rPr lang="en-US"/>
              <a:t>Null safety</a:t>
            </a:r>
            <a:endParaRPr/>
          </a:p>
          <a:p>
            <a:pPr marL="0" lvl="0" indent="0" algn="ctr" rtl="0">
              <a:lnSpc>
                <a:spcPct val="100000"/>
              </a:lnSpc>
              <a:spcBef>
                <a:spcPts val="0"/>
              </a:spcBef>
              <a:spcAft>
                <a:spcPts val="0"/>
              </a:spcAft>
              <a:buClr>
                <a:schemeClr val="lt1"/>
              </a:buClr>
              <a:buSzPts val="4800"/>
              <a:buFont typeface="Arial"/>
              <a:buNone/>
            </a:pPr>
            <a:endParaRPr/>
          </a:p>
        </p:txBody>
      </p:sp>
      <p:sp>
        <p:nvSpPr>
          <p:cNvPr id="374" name="Google Shape;374;p37"/>
          <p:cNvSpPr txBox="1">
            <a:spLocks noGrp="1"/>
          </p:cNvSpPr>
          <p:nvPr>
            <p:ph type="body" idx="1"/>
          </p:nvPr>
        </p:nvSpPr>
        <p:spPr>
          <a:xfrm>
            <a:off x="550863" y="1501290"/>
            <a:ext cx="11090274" cy="4591534"/>
          </a:xfrm>
          <a:prstGeom prst="rect">
            <a:avLst/>
          </a:prstGeom>
          <a:noFill/>
          <a:ln>
            <a:noFill/>
          </a:ln>
        </p:spPr>
        <p:txBody>
          <a:bodyPr spcFirstLastPara="1" wrap="square" lIns="0" tIns="0" rIns="0" bIns="0" anchor="t" anchorCtr="0">
            <a:normAutofit lnSpcReduction="10000"/>
          </a:bodyPr>
          <a:lstStyle/>
          <a:p>
            <a:pPr marL="0" lvl="0" indent="0" algn="l" rtl="0">
              <a:lnSpc>
                <a:spcPct val="110000"/>
              </a:lnSpc>
              <a:spcBef>
                <a:spcPts val="0"/>
              </a:spcBef>
              <a:spcAft>
                <a:spcPts val="0"/>
              </a:spcAft>
              <a:buClr>
                <a:srgbClr val="FFFFFF"/>
              </a:buClr>
              <a:buSzPts val="2000"/>
              <a:buNone/>
            </a:pPr>
            <a:r>
              <a:rPr lang="en-US">
                <a:solidFill>
                  <a:srgbClr val="FFFFFF"/>
                </a:solidFill>
              </a:rPr>
              <a:t>Null safety in Dart offers a more reliable and expressive type system that helps catch null-related errors early during development, improving code quality and reducing runtime crashes caused by null references.</a:t>
            </a:r>
            <a:endParaRPr/>
          </a:p>
          <a:p>
            <a:pPr marL="342900" lvl="0" indent="-342900" algn="l" rtl="0">
              <a:lnSpc>
                <a:spcPct val="110000"/>
              </a:lnSpc>
              <a:spcBef>
                <a:spcPts val="1800"/>
              </a:spcBef>
              <a:spcAft>
                <a:spcPts val="0"/>
              </a:spcAft>
              <a:buClr>
                <a:srgbClr val="FFFFFF"/>
              </a:buClr>
              <a:buSzPts val="1600"/>
              <a:buAutoNum type="arabicPeriod"/>
            </a:pPr>
            <a:r>
              <a:rPr lang="en-US" sz="1600">
                <a:solidFill>
                  <a:srgbClr val="FFFFFF"/>
                </a:solidFill>
              </a:rPr>
              <a:t>Nullable and Non-nullable Types:</a:t>
            </a:r>
            <a:br>
              <a:rPr lang="en-US" sz="1600"/>
            </a:br>
            <a:r>
              <a:rPr lang="en-US" sz="1600">
                <a:solidFill>
                  <a:srgbClr val="FFFFFF"/>
                </a:solidFill>
              </a:rPr>
              <a:t>In Dart's null safety, variables are classified into two types: nullable and non-nullable. Nullable types: By default, variables can hold null values if their type is not explicitly marked as non-nullable. Nullable types are denoted with a ? Suffix.</a:t>
            </a:r>
            <a:endParaRPr sz="1600">
              <a:solidFill>
                <a:srgbClr val="FFFFFF"/>
              </a:solidFill>
            </a:endParaRPr>
          </a:p>
          <a:p>
            <a:pPr marL="342900" lvl="0" indent="-342900" algn="l" rtl="0">
              <a:lnSpc>
                <a:spcPct val="110000"/>
              </a:lnSpc>
              <a:spcBef>
                <a:spcPts val="1800"/>
              </a:spcBef>
              <a:spcAft>
                <a:spcPts val="0"/>
              </a:spcAft>
              <a:buClr>
                <a:schemeClr val="lt1"/>
              </a:buClr>
              <a:buSzPts val="1600"/>
              <a:buAutoNum type="arabicPeriod"/>
            </a:pPr>
            <a:r>
              <a:rPr lang="en-US" sz="1600">
                <a:solidFill>
                  <a:schemeClr val="lt1"/>
                </a:solidFill>
              </a:rPr>
              <a:t>Late Variables:</a:t>
            </a:r>
            <a:br>
              <a:rPr lang="en-US" sz="1600"/>
            </a:br>
            <a:r>
              <a:rPr lang="en-US" sz="1600">
                <a:solidFill>
                  <a:schemeClr val="lt1"/>
                </a:solidFill>
              </a:rPr>
              <a:t>Dart introduces the late keyword to indicate variables that are guaranteed to be assigned a non-null value before they are accessed, even if they don't have an initial value. This allows you to delay the initialization of non-nullable variables.</a:t>
            </a:r>
            <a:endParaRPr/>
          </a:p>
          <a:p>
            <a:pPr marL="342900" lvl="0" indent="-342900" algn="l" rtl="0">
              <a:lnSpc>
                <a:spcPct val="110000"/>
              </a:lnSpc>
              <a:spcBef>
                <a:spcPts val="1800"/>
              </a:spcBef>
              <a:spcAft>
                <a:spcPts val="0"/>
              </a:spcAft>
              <a:buClr>
                <a:srgbClr val="FFFFFF"/>
              </a:buClr>
              <a:buSzPts val="1600"/>
              <a:buAutoNum type="arabicPeriod"/>
            </a:pPr>
            <a:r>
              <a:rPr lang="en-US" sz="1600">
                <a:solidFill>
                  <a:srgbClr val="FFFFFF"/>
                </a:solidFill>
              </a:rPr>
              <a:t>Null Assertion Operator (!):</a:t>
            </a:r>
            <a:br>
              <a:rPr lang="en-US" sz="1600"/>
            </a:br>
            <a:r>
              <a:rPr lang="en-US" sz="1600">
                <a:solidFill>
                  <a:srgbClr val="FFFFFF"/>
                </a:solidFill>
              </a:rPr>
              <a:t>To explicitly assert that a nullable variable is indeed non-null at a given point, you can use the null assertion operator (!). It tells the analyzer that you are certain the value is not null, even if the type system cannot prove it.</a:t>
            </a:r>
            <a:endParaRPr/>
          </a:p>
          <a:p>
            <a:pPr marL="342900" lvl="0" indent="-342900" algn="l" rtl="0">
              <a:lnSpc>
                <a:spcPct val="110000"/>
              </a:lnSpc>
              <a:spcBef>
                <a:spcPts val="1800"/>
              </a:spcBef>
              <a:spcAft>
                <a:spcPts val="0"/>
              </a:spcAft>
              <a:buClr>
                <a:srgbClr val="FFFFFF"/>
              </a:buClr>
              <a:buSzPts val="1600"/>
              <a:buAutoNum type="arabicPeriod"/>
            </a:pPr>
            <a:r>
              <a:rPr lang="en-US" sz="1600">
                <a:solidFill>
                  <a:srgbClr val="FFFFFF"/>
                </a:solidFill>
              </a:rPr>
              <a:t>The ?? operator is known as the null-aware coalescing operator, and it is used to provide a default value when encountering a null value. It is a concise way to handle null values and avoid null reference errors.</a:t>
            </a:r>
            <a:endParaRPr sz="1600">
              <a:solidFill>
                <a:srgbClr val="FFFFFF"/>
              </a:solidFill>
              <a:latin typeface="Arial"/>
              <a:ea typeface="Arial"/>
              <a:cs typeface="Arial"/>
              <a:sym typeface="Arial"/>
            </a:endParaRPr>
          </a:p>
        </p:txBody>
      </p:sp>
    </p:spTree>
  </p:cSld>
  <p:clrMapOvr>
    <a:masterClrMapping/>
  </p:clrMapOvr>
</p:sld>
</file>

<file path=ppt/slides/slide38.xml><?xml version="1.0" encoding="utf-8"?>
<p:sld xmlns:a="http://schemas.openxmlformats.org/drawingml/2006/main" xmlns:r="http://schemas.openxmlformats.org/officeDocument/2006/relationships" xmlns:p="http://schemas.openxmlformats.org/presentationml/2006/main">
  <p:cSld>
    <p:spTree>
      <p:nvGrpSpPr>
        <p:cNvPr id="1" name="Shape 378"/>
        <p:cNvGrpSpPr/>
        <p:nvPr/>
      </p:nvGrpSpPr>
      <p:grpSpPr>
        <a:xfrm>
          <a:off x="0" y="0"/>
          <a:ext cx="0" cy="0"/>
          <a:chOff x="0" y="0"/>
          <a:chExt cx="0" cy="0"/>
        </a:xfrm>
      </p:grpSpPr>
      <p:sp>
        <p:nvSpPr>
          <p:cNvPr id="379" name="Google Shape;379;p38"/>
          <p:cNvSpPr txBox="1">
            <a:spLocks noGrp="1"/>
          </p:cNvSpPr>
          <p:nvPr>
            <p:ph type="title"/>
          </p:nvPr>
        </p:nvSpPr>
        <p:spPr>
          <a:xfrm>
            <a:off x="550862" y="549275"/>
            <a:ext cx="11091600" cy="1332000"/>
          </a:xfrm>
          <a:prstGeom prst="rect">
            <a:avLst/>
          </a:prstGeom>
          <a:noFill/>
          <a:ln>
            <a:noFill/>
          </a:ln>
        </p:spPr>
        <p:txBody>
          <a:bodyPr spcFirstLastPara="1" wrap="square" lIns="0" tIns="0" rIns="0" bIns="0" anchor="t" anchorCtr="0">
            <a:normAutofit/>
          </a:bodyPr>
          <a:lstStyle/>
          <a:p>
            <a:pPr marL="0" lvl="0" indent="0" algn="ctr" rtl="0">
              <a:lnSpc>
                <a:spcPct val="100000"/>
              </a:lnSpc>
              <a:spcBef>
                <a:spcPts val="0"/>
              </a:spcBef>
              <a:spcAft>
                <a:spcPts val="0"/>
              </a:spcAft>
              <a:buClr>
                <a:schemeClr val="lt1"/>
              </a:buClr>
              <a:buSzPts val="4800"/>
              <a:buFont typeface="Arial"/>
              <a:buNone/>
            </a:pPr>
            <a:r>
              <a:rPr lang="en-US"/>
              <a:t>Task 4</a:t>
            </a:r>
            <a:endParaRPr/>
          </a:p>
        </p:txBody>
      </p:sp>
      <p:sp>
        <p:nvSpPr>
          <p:cNvPr id="380" name="Google Shape;380;p38"/>
          <p:cNvSpPr txBox="1">
            <a:spLocks noGrp="1"/>
          </p:cNvSpPr>
          <p:nvPr>
            <p:ph type="body" idx="1"/>
          </p:nvPr>
        </p:nvSpPr>
        <p:spPr>
          <a:xfrm>
            <a:off x="550863" y="1709109"/>
            <a:ext cx="11090274" cy="4383715"/>
          </a:xfrm>
          <a:prstGeom prst="rect">
            <a:avLst/>
          </a:prstGeom>
          <a:noFill/>
          <a:ln>
            <a:noFill/>
          </a:ln>
        </p:spPr>
        <p:txBody>
          <a:bodyPr spcFirstLastPara="1" wrap="square" lIns="0" tIns="0" rIns="0" bIns="0" anchor="t" anchorCtr="0">
            <a:normAutofit/>
          </a:bodyPr>
          <a:lstStyle/>
          <a:p>
            <a:pPr marL="0" lvl="0" indent="0" algn="l" rtl="0">
              <a:lnSpc>
                <a:spcPct val="110000"/>
              </a:lnSpc>
              <a:spcBef>
                <a:spcPts val="0"/>
              </a:spcBef>
              <a:spcAft>
                <a:spcPts val="0"/>
              </a:spcAft>
              <a:buClr>
                <a:schemeClr val="lt1"/>
              </a:buClr>
              <a:buSzPts val="1800"/>
              <a:buNone/>
            </a:pPr>
            <a:r>
              <a:rPr lang="en-US" sz="1800">
                <a:solidFill>
                  <a:schemeClr val="lt1"/>
                </a:solidFill>
              </a:rPr>
              <a:t>Let's create a program that calculates the area of different shapes (square, rectangle, and circle) using functions In this program, we have defined three functions:</a:t>
            </a:r>
            <a:endParaRPr sz="1800">
              <a:solidFill>
                <a:schemeClr val="lt1"/>
              </a:solidFill>
            </a:endParaRPr>
          </a:p>
          <a:p>
            <a:pPr marL="228600" lvl="0" indent="-228600" algn="l" rtl="0">
              <a:lnSpc>
                <a:spcPct val="110000"/>
              </a:lnSpc>
              <a:spcBef>
                <a:spcPts val="1800"/>
              </a:spcBef>
              <a:spcAft>
                <a:spcPts val="0"/>
              </a:spcAft>
              <a:buClr>
                <a:schemeClr val="lt1"/>
              </a:buClr>
              <a:buSzPts val="1800"/>
              <a:buChar char="•"/>
            </a:pPr>
            <a:r>
              <a:rPr lang="en-US" sz="1800">
                <a:solidFill>
                  <a:schemeClr val="lt1"/>
                </a:solidFill>
              </a:rPr>
              <a:t>calculateSquareArea(): This function takes the side length of a square as a parameter and calculates its area.</a:t>
            </a:r>
            <a:endParaRPr sz="1800">
              <a:solidFill>
                <a:schemeClr val="lt1"/>
              </a:solidFill>
            </a:endParaRPr>
          </a:p>
          <a:p>
            <a:pPr marL="228600" lvl="0" indent="-228600" algn="l" rtl="0">
              <a:lnSpc>
                <a:spcPct val="110000"/>
              </a:lnSpc>
              <a:spcBef>
                <a:spcPts val="1800"/>
              </a:spcBef>
              <a:spcAft>
                <a:spcPts val="0"/>
              </a:spcAft>
              <a:buClr>
                <a:schemeClr val="lt1"/>
              </a:buClr>
              <a:buSzPts val="1800"/>
              <a:buChar char="•"/>
            </a:pPr>
            <a:r>
              <a:rPr lang="en-US" sz="1800">
                <a:solidFill>
                  <a:schemeClr val="lt1"/>
                </a:solidFill>
              </a:rPr>
              <a:t>calculateRectangleArea(): This function takes the length and width of a rectangle as parameters and calculates its area.</a:t>
            </a:r>
            <a:endParaRPr sz="1800">
              <a:solidFill>
                <a:schemeClr val="lt1"/>
              </a:solidFill>
            </a:endParaRPr>
          </a:p>
          <a:p>
            <a:pPr marL="228600" lvl="0" indent="-228600" algn="l" rtl="0">
              <a:lnSpc>
                <a:spcPct val="110000"/>
              </a:lnSpc>
              <a:spcBef>
                <a:spcPts val="1800"/>
              </a:spcBef>
              <a:spcAft>
                <a:spcPts val="0"/>
              </a:spcAft>
              <a:buClr>
                <a:schemeClr val="lt1"/>
              </a:buClr>
              <a:buSzPts val="1800"/>
              <a:buChar char="•"/>
            </a:pPr>
            <a:r>
              <a:rPr lang="en-US" sz="1800">
                <a:solidFill>
                  <a:schemeClr val="lt1"/>
                </a:solidFill>
              </a:rPr>
              <a:t>calculateCircleArea(): This function takes the radius of a circle as a parameter and calculates its area.</a:t>
            </a:r>
            <a:endParaRPr sz="1800">
              <a:solidFill>
                <a:schemeClr val="lt1"/>
              </a:solidFill>
            </a:endParaRPr>
          </a:p>
          <a:p>
            <a:pPr marL="228600" lvl="0" indent="-228600" algn="l" rtl="0">
              <a:lnSpc>
                <a:spcPct val="110000"/>
              </a:lnSpc>
              <a:spcBef>
                <a:spcPts val="1800"/>
              </a:spcBef>
              <a:spcAft>
                <a:spcPts val="0"/>
              </a:spcAft>
              <a:buClr>
                <a:schemeClr val="lt1"/>
              </a:buClr>
              <a:buSzPts val="1800"/>
              <a:buChar char="•"/>
            </a:pPr>
            <a:r>
              <a:rPr lang="en-US" sz="1800">
                <a:solidFill>
                  <a:schemeClr val="lt1"/>
                </a:solidFill>
              </a:rPr>
              <a:t>In the main() function, we call each of these functions with the appropriate parameters, store the returned values in variables, and then print the calculated areas.</a:t>
            </a:r>
            <a:endParaRPr sz="1800">
              <a:solidFill>
                <a:schemeClr val="lt1"/>
              </a:solidFill>
            </a:endParaRPr>
          </a:p>
        </p:txBody>
      </p:sp>
    </p:spTree>
  </p:cSld>
  <p:clrMapOvr>
    <a:masterClrMapping/>
  </p:clrMapOvr>
</p:sld>
</file>

<file path=ppt/theme/theme1.xml><?xml version="1.0" encoding="utf-8"?>
<a:theme xmlns:a="http://schemas.openxmlformats.org/drawingml/2006/main" name="3DFloatVTI">
  <a:themeElements>
    <a:clrScheme name="Float">
      <a:dk1>
        <a:srgbClr val="000000"/>
      </a:dk1>
      <a:lt1>
        <a:srgbClr val="FFFFFF"/>
      </a:lt1>
      <a:dk2>
        <a:srgbClr val="1B192E"/>
      </a:dk2>
      <a:lt2>
        <a:srgbClr val="EAE5EB"/>
      </a:lt2>
      <a:accent1>
        <a:srgbClr val="13BE89"/>
      </a:accent1>
      <a:accent2>
        <a:srgbClr val="12B1BF"/>
      </a:accent2>
      <a:accent3>
        <a:srgbClr val="D40AA8"/>
      </a:accent3>
      <a:accent4>
        <a:srgbClr val="B86E62"/>
      </a:accent4>
      <a:accent5>
        <a:srgbClr val="A3A3C1"/>
      </a:accent5>
      <a:accent6>
        <a:srgbClr val="37335B"/>
      </a:accent6>
      <a:hlink>
        <a:srgbClr val="0066FF"/>
      </a:hlink>
      <a:folHlink>
        <a:srgbClr val="666699"/>
      </a:folHlink>
    </a:clrScheme>
    <a:fontScheme name="Office">
      <a:majorFont>
        <a:latin typeface="Arial"/>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majorFont>
      <a:minorFont>
        <a:latin typeface="Arial"/>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tint val="100000"/>
                <a:shade val="100000"/>
                <a:satMod val="130000"/>
              </a:schemeClr>
            </a:gs>
            <a:gs pos="100000">
              <a:schemeClr val="phClr">
                <a:tint val="50000"/>
                <a:shade val="100000"/>
                <a:satMod val="350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objectDefaults/>
  <a:extraClrSchemeLst/>
</a:theme>
</file>

<file path=ppt/theme/theme2.xml><?xml version="1.0" encoding="utf-8"?>
<a:theme xmlns:a="http://schemas.openxmlformats.org/drawingml/2006/main">
  <a:themeElements>
    <a:clrScheme name="Default">
      <a:dk1>
        <a:srgbClr val="000000"/>
      </a:dk1>
      <a:lt1>
        <a:srgbClr val="FFFFFF"/>
      </a:lt1>
      <a:dk2>
        <a:srgbClr val="158158"/>
      </a:dk2>
      <a:lt2>
        <a:srgbClr val="F3F3F3"/>
      </a:lt2>
      <a:accent1>
        <a:srgbClr val="058DC7"/>
      </a:accent1>
      <a:accent2>
        <a:srgbClr val="50B432"/>
      </a:accent2>
      <a:accent3>
        <a:srgbClr val="ED561B"/>
      </a:accent3>
      <a:accent4>
        <a:srgbClr val="EDEF00"/>
      </a:accent4>
      <a:accent5>
        <a:srgbClr val="24CBE5"/>
      </a:accent5>
      <a:accent6>
        <a:srgbClr val="64E572"/>
      </a:accent6>
      <a:hlink>
        <a:srgbClr val="2200CC"/>
      </a:hlink>
      <a:folHlink>
        <a:srgbClr val="551A8B"/>
      </a:folHlink>
    </a:clrScheme>
    <a:fontScheme name="Office">
      <a:majorFont>
        <a:latin typeface="Arial"/>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majorFont>
      <a:minorFont>
        <a:latin typeface="Arial"/>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tint val="100000"/>
                <a:shade val="100000"/>
                <a:satMod val="130000"/>
              </a:schemeClr>
            </a:gs>
            <a:gs pos="100000">
              <a:schemeClr val="phClr">
                <a:tint val="50000"/>
                <a:shade val="100000"/>
                <a:satMod val="350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objectDefaults/>
  <a:extraClrSchemeLst/>
</a:theme>
</file>

<file path=docProps/app.xml><?xml version="1.0" encoding="utf-8"?>
<Properties xmlns="http://schemas.openxmlformats.org/officeDocument/2006/extended-properties" xmlns:vt="http://schemas.openxmlformats.org/officeDocument/2006/docPropsVTypes">
  <TotalTime>0</TotalTime>
  <Words>3170</Words>
  <Application>Microsoft Office PowerPoint</Application>
  <PresentationFormat>Widescreen</PresentationFormat>
  <Paragraphs>210</Paragraphs>
  <Slides>38</Slides>
  <Notes>38</Notes>
  <HiddenSlides>0</HiddenSlides>
  <MMClips>0</MMClips>
  <ScaleCrop>false</ScaleCrop>
  <HeadingPairs>
    <vt:vector size="6" baseType="variant">
      <vt:variant>
        <vt:lpstr>Fonts Used</vt:lpstr>
      </vt:variant>
      <vt:variant>
        <vt:i4>2</vt:i4>
      </vt:variant>
      <vt:variant>
        <vt:lpstr>Theme</vt:lpstr>
      </vt:variant>
      <vt:variant>
        <vt:i4>1</vt:i4>
      </vt:variant>
      <vt:variant>
        <vt:lpstr>Slide Titles</vt:lpstr>
      </vt:variant>
      <vt:variant>
        <vt:i4>38</vt:i4>
      </vt:variant>
    </vt:vector>
  </HeadingPairs>
  <TitlesOfParts>
    <vt:vector size="41" baseType="lpstr">
      <vt:lpstr>Arial</vt:lpstr>
      <vt:lpstr>Calibri</vt:lpstr>
      <vt:lpstr>3DFloatVTI</vt:lpstr>
      <vt:lpstr>Flutter Course Dart Basics</vt:lpstr>
      <vt:lpstr>Course Road Map</vt:lpstr>
      <vt:lpstr>Flutter Introduction</vt:lpstr>
      <vt:lpstr>Different between cross platform and native platform </vt:lpstr>
      <vt:lpstr>How flutter works </vt:lpstr>
      <vt:lpstr>Setup environment </vt:lpstr>
      <vt:lpstr>Introduction To ANDROID STUDIO</vt:lpstr>
      <vt:lpstr>Dart programming basics </vt:lpstr>
      <vt:lpstr>Variables                                     </vt:lpstr>
      <vt:lpstr>Types of Data</vt:lpstr>
      <vt:lpstr> Primitive Data Types</vt:lpstr>
      <vt:lpstr>Arithmetic operators </vt:lpstr>
      <vt:lpstr>TASK 1 </vt:lpstr>
      <vt:lpstr>Collection Data Type </vt:lpstr>
      <vt:lpstr>List </vt:lpstr>
      <vt:lpstr>Set </vt:lpstr>
      <vt:lpstr>Maps </vt:lpstr>
      <vt:lpstr>Dot operator </vt:lpstr>
      <vt:lpstr>Comparison operators </vt:lpstr>
      <vt:lpstr>Task 2</vt:lpstr>
      <vt:lpstr>Conditional statements </vt:lpstr>
      <vt:lpstr>Logical operator </vt:lpstr>
      <vt:lpstr>Conditional statements </vt:lpstr>
      <vt:lpstr>Loops </vt:lpstr>
      <vt:lpstr>Loops</vt:lpstr>
      <vt:lpstr>Loops</vt:lpstr>
      <vt:lpstr>Loops</vt:lpstr>
      <vt:lpstr>Task 3</vt:lpstr>
      <vt:lpstr>Functions overview </vt:lpstr>
      <vt:lpstr>Basic Function</vt:lpstr>
      <vt:lpstr>Return type Functions </vt:lpstr>
      <vt:lpstr>Parameters </vt:lpstr>
      <vt:lpstr>Parameters &amp; Arguments</vt:lpstr>
      <vt:lpstr>Optional Parameters </vt:lpstr>
      <vt:lpstr>Named Parameters  </vt:lpstr>
      <vt:lpstr>Scoop</vt:lpstr>
      <vt:lpstr>Null safety </vt:lpstr>
      <vt:lpstr>Task 4</vt:lpstr>
    </vt:vector>
  </TitlesOfParts>
  <LinksUpToDate>false</LinksUpToDate>
  <SharedDoc>false</SharedDoc>
  <HyperlinksChanged>false</HyperlinksChanged>
  <AppVersion>16.0000</AppVersion>
</Properties>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cp:lastModifiedBy>Ruaa Alani</cp:lastModifiedBy>
  <cp:revision>1</cp:revision>
  <dcterms:created xsi:type="dcterms:W3CDTF">2024-04-01T15:51:51Z</dcterms:created>
  <dcterms:modified xsi:type="dcterms:W3CDTF">2026-02-10T06:04:50Z</dcterms:modified>
</cp:coreProperties>
</file>

<file path=docProps/custom.xml><?xml version="1.0" encoding="utf-8"?>
<Properties xmlns="http://schemas.openxmlformats.org/officeDocument/2006/custom-properties" xmlns:vt="http://schemas.openxmlformats.org/officeDocument/2006/docPropsVTypes">
  <property fmtid="{D5CDD505-2E9C-101B-9397-08002B2CF9AE}" pid="2" name="MSIP_Label_7f373536-36c5-4fd9-8140-7ddebb8b4638_Enabled">
    <vt:lpwstr>true</vt:lpwstr>
  </property>
  <property fmtid="{D5CDD505-2E9C-101B-9397-08002B2CF9AE}" pid="3" name="MSIP_Label_7f373536-36c5-4fd9-8140-7ddebb8b4638_SetDate">
    <vt:lpwstr>2024-12-18T14:39:50Z</vt:lpwstr>
  </property>
  <property fmtid="{D5CDD505-2E9C-101B-9397-08002B2CF9AE}" pid="4" name="MSIP_Label_7f373536-36c5-4fd9-8140-7ddebb8b4638_Method">
    <vt:lpwstr>Standard</vt:lpwstr>
  </property>
  <property fmtid="{D5CDD505-2E9C-101B-9397-08002B2CF9AE}" pid="5" name="MSIP_Label_7f373536-36c5-4fd9-8140-7ddebb8b4638_Name">
    <vt:lpwstr>C2 General</vt:lpwstr>
  </property>
  <property fmtid="{D5CDD505-2E9C-101B-9397-08002B2CF9AE}" pid="6" name="MSIP_Label_7f373536-36c5-4fd9-8140-7ddebb8b4638_SiteId">
    <vt:lpwstr>28d54ec7-2221-4717-acb0-7f8c37359048</vt:lpwstr>
  </property>
  <property fmtid="{D5CDD505-2E9C-101B-9397-08002B2CF9AE}" pid="7" name="MSIP_Label_7f373536-36c5-4fd9-8140-7ddebb8b4638_ActionId">
    <vt:lpwstr>199f92d1-fd9e-48bc-b38c-be723c13e973</vt:lpwstr>
  </property>
  <property fmtid="{D5CDD505-2E9C-101B-9397-08002B2CF9AE}" pid="8" name="MSIP_Label_7f373536-36c5-4fd9-8140-7ddebb8b4638_ContentBits">
    <vt:lpwstr>2</vt:lpwstr>
  </property>
  <property fmtid="{D5CDD505-2E9C-101B-9397-08002B2CF9AE}" pid="9" name="ClassificationContentMarkingFooterLocations">
    <vt:lpwstr>3DFloatVTI:8</vt:lpwstr>
  </property>
  <property fmtid="{D5CDD505-2E9C-101B-9397-08002B2CF9AE}" pid="10" name="ClassificationContentMarkingFooterText">
    <vt:lpwstr>C2 General</vt:lpwstr>
  </property>
</Properties>
</file>